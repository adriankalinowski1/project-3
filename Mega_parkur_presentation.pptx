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pl-P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4" d="100"/>
          <a:sy n="44" d="100"/>
        </p:scale>
        <p:origin x="7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F8A9C9-9DCE-43B0-8CE6-AC7834ED4807}" type="datetimeFigureOut">
              <a:rPr lang="pl-PL" smtClean="0"/>
              <a:t>20.10.2026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A5C133-EB4E-43B9-93E7-88B671C6AE9C}" type="slidenum">
              <a:rPr lang="pl-PL" smtClean="0"/>
              <a:t>‹#›</a:t>
            </a:fld>
            <a:endParaRPr lang="pl-PL"/>
          </a:p>
        </p:txBody>
      </p:sp>
    </p:spTree>
    <p:extLst>
      <p:ext uri="{BB962C8B-B14F-4D97-AF65-F5344CB8AC3E}">
        <p14:creationId xmlns:p14="http://schemas.microsoft.com/office/powerpoint/2010/main" val="1124332394"/>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Cześć, nazywam się Adrian. Mega parkur to moja gra platformowa działająca w przeglądarce. Gracz skacze między platformami, zbiera monety i omija przeszkody. Chciałem połączyć prostą obsługę z poziomami, które stają się coraz trudniejsze. Teraz opowiem, dlaczego ją zrobiłem.</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1</a:t>
            </a:fld>
            <a:endParaRPr lang="pl-PL"/>
          </a:p>
        </p:txBody>
      </p:sp>
    </p:spTree>
    <p:extLst>
      <p:ext uri="{BB962C8B-B14F-4D97-AF65-F5344CB8AC3E}">
        <p14:creationId xmlns:p14="http://schemas.microsoft.com/office/powerpoint/2010/main" val="3924744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Zauważyłem, że czasem chce się zagrać w coś krótkiego, na przykład podczas przerwy albo po szkole, bez instalowania dużej gry. Dlatego zrobiłem parkur, który można szybko otworzyć w przeglądarce i od razu wybrać poziom. Przykład z życia to krótka rozgrywka podczas wolnych kilku minut. Zaraz pokażę, dla kogo jest ten pomysł.</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2</a:t>
            </a:fld>
            <a:endParaRPr lang="pl-PL"/>
          </a:p>
        </p:txBody>
      </p:sp>
    </p:spTree>
    <p:extLst>
      <p:ext uri="{BB962C8B-B14F-4D97-AF65-F5344CB8AC3E}">
        <p14:creationId xmlns:p14="http://schemas.microsoft.com/office/powerpoint/2010/main" val="2354856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Gra jest dla osób, które lubią krótkie platformówki i chcą szybko zacząć. Podobnie jak klasyczne gry platformowe, wymaga dobrego wyczucia skoku, ale wyróżnia się tym, że uruchamia się bezpośrednio w przeglądarce, pokazuje odblokowywaną drogę poziomów i zapisuje najlepszy czas. Nie potrzebujesz instalacji. Pokażę teraz trzy główne części gry.</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3</a:t>
            </a:fld>
            <a:endParaRPr lang="pl-PL"/>
          </a:p>
        </p:txBody>
      </p:sp>
    </p:spTree>
    <p:extLst>
      <p:ext uri="{BB962C8B-B14F-4D97-AF65-F5344CB8AC3E}">
        <p14:creationId xmlns:p14="http://schemas.microsoft.com/office/powerpoint/2010/main" val="834979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Gra ma trzy główne części. Najpierw wybierasz dostępny poziom na mapie. Potem grasz, skaczesz i zbierasz monety. Na końcu widzisz czas, gwiazdki i najlepszy wynik. Moją ulubioną częścią jest sama rozgrywka, bo każdy poziom wymaga trochę innego planu. Najpierw pokażę, jak zacząć.</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4</a:t>
            </a:fld>
            <a:endParaRPr lang="pl-PL"/>
          </a:p>
        </p:txBody>
      </p:sp>
    </p:spTree>
    <p:extLst>
      <p:ext uri="{BB962C8B-B14F-4D97-AF65-F5344CB8AC3E}">
        <p14:creationId xmlns:p14="http://schemas.microsoft.com/office/powerpoint/2010/main" val="3478981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Zaczynam od mapy poziomów i wybieram poziom, który jest odblokowany. Następnie naciskam przycisk, aby rozpocząć grę. W czasie gry używam klawiszy ruchu i skoku, żeby zbierać monety i omijać kolce. To wszystko wystarczy, aby zacząć. Następnie pokażę sterowanie.</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5</a:t>
            </a:fld>
            <a:endParaRPr lang="pl-PL"/>
          </a:p>
        </p:txBody>
      </p:sp>
    </p:spTree>
    <p:extLst>
      <p:ext uri="{BB962C8B-B14F-4D97-AF65-F5344CB8AC3E}">
        <p14:creationId xmlns:p14="http://schemas.microsoft.com/office/powerpoint/2010/main" val="1813622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Na górze ekranu są przyciski menu, dźwięku i języka. W panelu wyglądu można zmienić kolor postaci, tło i muzykę. Do poruszania służą A i D albo strzałki, a do skoku spacja. Najczęściej używam ruchu i skoku. Teraz przyjrzyjmy się temu, co widzimy podczas gry.</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6</a:t>
            </a:fld>
            <a:endParaRPr lang="pl-PL"/>
          </a:p>
        </p:txBody>
      </p:sp>
    </p:spTree>
    <p:extLst>
      <p:ext uri="{BB962C8B-B14F-4D97-AF65-F5344CB8AC3E}">
        <p14:creationId xmlns:p14="http://schemas.microsoft.com/office/powerpoint/2010/main" val="335454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Podczas gry widzę trzy ważne rzeczy. Zegar mierzy czas od początku poziomu. Monety pokazują, co jeszcze warto zebrać. Flaga oznacza punkt kontrolny, więc po błędzie mogę wrócić do bezpiecznego miejsca zamiast zaczynać poziom od początku. Kiedy dojdę do mety, gra pokaże podsumowanie.</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7</a:t>
            </a:fld>
            <a:endParaRPr lang="pl-PL"/>
          </a:p>
        </p:txBody>
      </p:sp>
    </p:spTree>
    <p:extLst>
      <p:ext uri="{BB962C8B-B14F-4D97-AF65-F5344CB8AC3E}">
        <p14:creationId xmlns:p14="http://schemas.microsoft.com/office/powerpoint/2010/main" val="2656850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Po ukończeniu poziomu widzę czas przejścia, liczbę gwiazdek i najlepszy czas. Gwiazdki zachęcają do ponownej gry i poprawiania wyniku. Mogę przejść do następnego poziomu albo wrócić do menu. Przykładowy czas na ilustracji jest tylko przykładem, a nie moim rekordem. Opowiem teraz krótko, jak powstała gra i co poprawiałem.</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8</a:t>
            </a:fld>
            <a:endParaRPr lang="pl-PL"/>
          </a:p>
        </p:txBody>
      </p:sp>
    </p:spTree>
    <p:extLst>
      <p:ext uri="{BB962C8B-B14F-4D97-AF65-F5344CB8AC3E}">
        <p14:creationId xmlns:p14="http://schemas.microsoft.com/office/powerpoint/2010/main" val="3307034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Grę zrobiłem w HTML, CSS i JavaScript, korzystając z pomocy AI. Polecenie na slajdzie pokazuje przykład pracy nad mapą poziomów. Najłatwiejsze było dodawanie widocznych elementów. Najtrudniejsze było pilnowanie stanu gry. Po śmierci gracz wracał do pierwszego poziomu. Muzyka grała po wygranej, a dźwięk końca powtarzał się. Przyciski zasłaniały wyniki i były nierówno rozmieszczone. Poprawiłem te problemy. W przyszłości dodam więcej poziomów i dopracuję muzykę. Teraz pokażę grę na żywo.</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9</a:t>
            </a:fld>
            <a:endParaRPr lang="pl-PL"/>
          </a:p>
        </p:txBody>
      </p:sp>
    </p:spTree>
    <p:extLst>
      <p:ext uri="{BB962C8B-B14F-4D97-AF65-F5344CB8AC3E}">
        <p14:creationId xmlns:p14="http://schemas.microsoft.com/office/powerpoint/2010/main" val="1217167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Teraz pokażę grę na żywo. Mam około minuty. Najpierw otworzę stronę i wybiorę poziom. Potem rozpocznę grę, zbiorę monetę i pokażę sterowanie. Jeśli zdążę, przejdę poziom i pokażę podsumowanie z czasem i gwiazdkami. Gra nie jest jeszcze opublikowana, więc na slajdzie zostawiłem miejsce na link i kod QR. Na koniec powiem: Spróbuj gry i powiedz mi, co o niej myślisz.</a:t>
            </a:r>
          </a:p>
        </p:txBody>
      </p:sp>
      <p:sp>
        <p:nvSpPr>
          <p:cNvPr id="4" name="Symbol zastępczy numeru slajdu 3"/>
          <p:cNvSpPr>
            <a:spLocks noGrp="1"/>
          </p:cNvSpPr>
          <p:nvPr>
            <p:ph type="sldNum" sz="quarter" idx="5"/>
          </p:nvPr>
        </p:nvSpPr>
        <p:spPr/>
        <p:txBody>
          <a:bodyPr/>
          <a:lstStyle/>
          <a:p>
            <a:fld id="{8DA5C133-EB4E-43B9-93E7-88B671C6AE9C}" type="slidenum">
              <a:rPr lang="pl-PL" smtClean="0"/>
              <a:t>10</a:t>
            </a:fld>
            <a:endParaRPr lang="pl-PL"/>
          </a:p>
        </p:txBody>
      </p:sp>
    </p:spTree>
    <p:extLst>
      <p:ext uri="{BB962C8B-B14F-4D97-AF65-F5344CB8AC3E}">
        <p14:creationId xmlns:p14="http://schemas.microsoft.com/office/powerpoint/2010/main" val="2835862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B0113C4-0F22-9AB9-7476-2D2B35BFFEEA}"/>
              </a:ext>
            </a:extLst>
          </p:cNvPr>
          <p:cNvSpPr>
            <a:spLocks noGrp="1"/>
          </p:cNvSpPr>
          <p:nvPr>
            <p:ph type="ctrTitle"/>
          </p:nvPr>
        </p:nvSpPr>
        <p:spPr>
          <a:xfrm>
            <a:off x="1524000" y="1122363"/>
            <a:ext cx="9144000" cy="2387600"/>
          </a:xfrm>
        </p:spPr>
        <p:txBody>
          <a:bodyPr anchor="b"/>
          <a:lstStyle>
            <a:lvl1pPr algn="ctr">
              <a:defRPr sz="4500"/>
            </a:lvl1pPr>
          </a:lstStyle>
          <a:p>
            <a:r>
              <a:rPr lang="pl-PL"/>
              <a:t>Kliknij, aby edytować styl</a:t>
            </a:r>
          </a:p>
        </p:txBody>
      </p:sp>
      <p:sp>
        <p:nvSpPr>
          <p:cNvPr id="3" name="Podtytuł 2">
            <a:extLst>
              <a:ext uri="{FF2B5EF4-FFF2-40B4-BE49-F238E27FC236}">
                <a16:creationId xmlns:a16="http://schemas.microsoft.com/office/drawing/2014/main" id="{53D11620-A62C-1F09-A5DF-244CBFB7F501}"/>
              </a:ext>
            </a:extLst>
          </p:cNvPr>
          <p:cNvSpPr>
            <a:spLocks noGrp="1"/>
          </p:cNvSpPr>
          <p:nvPr>
            <p:ph type="subTitle" idx="1"/>
          </p:nvPr>
        </p:nvSpPr>
        <p:spPr>
          <a:xfrm>
            <a:off x="1524000" y="3602037"/>
            <a:ext cx="9144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l-PL"/>
              <a:t>Kliknij, aby edytować styl wzorca podtytułu</a:t>
            </a:r>
          </a:p>
        </p:txBody>
      </p:sp>
      <p:sp>
        <p:nvSpPr>
          <p:cNvPr id="4" name="Symbol zastępczy daty 3">
            <a:extLst>
              <a:ext uri="{FF2B5EF4-FFF2-40B4-BE49-F238E27FC236}">
                <a16:creationId xmlns:a16="http://schemas.microsoft.com/office/drawing/2014/main" id="{EB6ECF54-1EC6-E7BC-40EB-419E3BCC9515}"/>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5" name="Symbol zastępczy stopki 4">
            <a:extLst>
              <a:ext uri="{FF2B5EF4-FFF2-40B4-BE49-F238E27FC236}">
                <a16:creationId xmlns:a16="http://schemas.microsoft.com/office/drawing/2014/main" id="{B39331A8-84B2-23AE-93FE-4B5763E843F3}"/>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4E0159CB-A870-69D9-95DB-190E7931C536}"/>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897873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A249546-D27A-8820-6EAF-8240963B89D0}"/>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3E9B3BD5-4AB8-5387-0D42-A02FD28611FE}"/>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EC79165-3289-181C-3884-E78847E9F2EF}"/>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5" name="Symbol zastępczy stopki 4">
            <a:extLst>
              <a:ext uri="{FF2B5EF4-FFF2-40B4-BE49-F238E27FC236}">
                <a16:creationId xmlns:a16="http://schemas.microsoft.com/office/drawing/2014/main" id="{D880735D-90C7-A73A-68CA-6D63C47DCF7F}"/>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6FEA5718-1DD2-4312-D12F-7A0AFF7EBF60}"/>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3683918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C3450A2-5CA5-EB70-50B8-F762074357A3}"/>
              </a:ext>
            </a:extLst>
          </p:cNvPr>
          <p:cNvSpPr>
            <a:spLocks noGrp="1"/>
          </p:cNvSpPr>
          <p:nvPr>
            <p:ph type="title"/>
          </p:nvPr>
        </p:nvSpPr>
        <p:spPr>
          <a:xfrm>
            <a:off x="831851" y="1709741"/>
            <a:ext cx="10515600" cy="2852737"/>
          </a:xfrm>
        </p:spPr>
        <p:txBody>
          <a:bodyPr anchor="b"/>
          <a:lstStyle>
            <a:lvl1pPr>
              <a:defRPr sz="4500"/>
            </a:lvl1pPr>
          </a:lstStyle>
          <a:p>
            <a:r>
              <a:rPr lang="pl-PL"/>
              <a:t>Kliknij, aby edytować styl</a:t>
            </a:r>
          </a:p>
        </p:txBody>
      </p:sp>
      <p:sp>
        <p:nvSpPr>
          <p:cNvPr id="3" name="Symbol zastępczy tekstu 2">
            <a:extLst>
              <a:ext uri="{FF2B5EF4-FFF2-40B4-BE49-F238E27FC236}">
                <a16:creationId xmlns:a16="http://schemas.microsoft.com/office/drawing/2014/main" id="{8926C6EB-26C0-5565-7D50-2408495364FA}"/>
              </a:ext>
            </a:extLst>
          </p:cNvPr>
          <p:cNvSpPr>
            <a:spLocks noGrp="1"/>
          </p:cNvSpPr>
          <p:nvPr>
            <p:ph type="body" idx="1"/>
          </p:nvPr>
        </p:nvSpPr>
        <p:spPr>
          <a:xfrm>
            <a:off x="831851" y="4589464"/>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98D47972-53BD-9980-7421-E711D1233276}"/>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5" name="Symbol zastępczy stopki 4">
            <a:extLst>
              <a:ext uri="{FF2B5EF4-FFF2-40B4-BE49-F238E27FC236}">
                <a16:creationId xmlns:a16="http://schemas.microsoft.com/office/drawing/2014/main" id="{73B4F8B6-436C-9615-7C1A-EEF411D9102C}"/>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83363218-C127-8092-80DE-4C6E569E8A37}"/>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3491585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CB12BE-FE9F-0D9F-ACB8-BA446A3B4CB1}"/>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0B1FC90C-6571-0561-5F19-B6F58D03C8E2}"/>
              </a:ext>
            </a:extLst>
          </p:cNvPr>
          <p:cNvSpPr>
            <a:spLocks noGrp="1"/>
          </p:cNvSpPr>
          <p:nvPr>
            <p:ph sz="half" idx="1"/>
          </p:nvPr>
        </p:nvSpPr>
        <p:spPr>
          <a:xfrm>
            <a:off x="838200" y="1825625"/>
            <a:ext cx="5181600" cy="4351339"/>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14D9B34E-123D-567B-D8FD-E13D647D6FE1}"/>
              </a:ext>
            </a:extLst>
          </p:cNvPr>
          <p:cNvSpPr>
            <a:spLocks noGrp="1"/>
          </p:cNvSpPr>
          <p:nvPr>
            <p:ph sz="half" idx="2"/>
          </p:nvPr>
        </p:nvSpPr>
        <p:spPr>
          <a:xfrm>
            <a:off x="6172200" y="1825625"/>
            <a:ext cx="5181600" cy="4351339"/>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BDF062AF-9C30-0BB3-A176-66B9955C2481}"/>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6" name="Symbol zastępczy stopki 5">
            <a:extLst>
              <a:ext uri="{FF2B5EF4-FFF2-40B4-BE49-F238E27FC236}">
                <a16:creationId xmlns:a16="http://schemas.microsoft.com/office/drawing/2014/main" id="{A5E6A06A-D4E4-227B-4235-F5F0ED494478}"/>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764474C5-0937-F46E-063E-8E7282FACBD5}"/>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66426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3739DB2-2B20-8363-B86C-C8A04B64F321}"/>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EF6A8FA6-02A6-2871-285A-B3466D986F7D}"/>
              </a:ext>
            </a:extLst>
          </p:cNvPr>
          <p:cNvSpPr>
            <a:spLocks noGrp="1"/>
          </p:cNvSpPr>
          <p:nvPr>
            <p:ph type="body" idx="1"/>
          </p:nvPr>
        </p:nvSpPr>
        <p:spPr>
          <a:xfrm>
            <a:off x="839790"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B00B0355-7733-85EE-695D-FFAF2E3890CD}"/>
              </a:ext>
            </a:extLst>
          </p:cNvPr>
          <p:cNvSpPr>
            <a:spLocks noGrp="1"/>
          </p:cNvSpPr>
          <p:nvPr>
            <p:ph sz="half" idx="2"/>
          </p:nvPr>
        </p:nvSpPr>
        <p:spPr>
          <a:xfrm>
            <a:off x="839790" y="2505077"/>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C3670D5E-C9CD-4CF0-89B7-F71EF0805AE9}"/>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38C7C8BE-FB80-EE27-3FB4-4F0EC84BA41D}"/>
              </a:ext>
            </a:extLst>
          </p:cNvPr>
          <p:cNvSpPr>
            <a:spLocks noGrp="1"/>
          </p:cNvSpPr>
          <p:nvPr>
            <p:ph sz="quarter" idx="4"/>
          </p:nvPr>
        </p:nvSpPr>
        <p:spPr>
          <a:xfrm>
            <a:off x="6172201" y="2505077"/>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2E241259-0CC8-5020-DE56-62D1DA2CB47C}"/>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8" name="Symbol zastępczy stopki 7">
            <a:extLst>
              <a:ext uri="{FF2B5EF4-FFF2-40B4-BE49-F238E27FC236}">
                <a16:creationId xmlns:a16="http://schemas.microsoft.com/office/drawing/2014/main" id="{BE3077BC-8FE5-58DE-E4C0-78418BD30377}"/>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8B1DD05A-7FA5-1CB7-C2BC-A6525AF50F65}"/>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303765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E1D8744-B6FD-1066-1EC9-1EB491592A8A}"/>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C720ED1E-E4CF-76CB-C177-098BF238CE0B}"/>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4" name="Symbol zastępczy stopki 3">
            <a:extLst>
              <a:ext uri="{FF2B5EF4-FFF2-40B4-BE49-F238E27FC236}">
                <a16:creationId xmlns:a16="http://schemas.microsoft.com/office/drawing/2014/main" id="{E6009195-EDA9-0DEF-68BF-D6380C0A1E4F}"/>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E04D7CE6-D99C-1A02-268A-8080D7E51BD6}"/>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719304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891A7009-37D0-37D8-12D4-960F9110BDEA}"/>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3" name="Symbol zastępczy stopki 2">
            <a:extLst>
              <a:ext uri="{FF2B5EF4-FFF2-40B4-BE49-F238E27FC236}">
                <a16:creationId xmlns:a16="http://schemas.microsoft.com/office/drawing/2014/main" id="{3632B43B-1316-F85B-5FD8-DBE9CEEAA46E}"/>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10535EF2-3A44-E36B-185E-379CEC98A4FB}"/>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2747216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CC3CC4-6493-DD2B-C857-3ABBAF1510C8}"/>
              </a:ext>
            </a:extLst>
          </p:cNvPr>
          <p:cNvSpPr>
            <a:spLocks noGrp="1"/>
          </p:cNvSpPr>
          <p:nvPr>
            <p:ph type="title"/>
          </p:nvPr>
        </p:nvSpPr>
        <p:spPr>
          <a:xfrm>
            <a:off x="839789" y="457200"/>
            <a:ext cx="3932237" cy="1600200"/>
          </a:xfrm>
        </p:spPr>
        <p:txBody>
          <a:bodyPr anchor="b"/>
          <a:lstStyle>
            <a:lvl1pPr>
              <a:defRPr sz="2400"/>
            </a:lvl1pPr>
          </a:lstStyle>
          <a:p>
            <a:r>
              <a:rPr lang="pl-PL"/>
              <a:t>Kliknij, aby edytować styl</a:t>
            </a:r>
          </a:p>
        </p:txBody>
      </p:sp>
      <p:sp>
        <p:nvSpPr>
          <p:cNvPr id="3" name="Symbol zastępczy zawartości 2">
            <a:extLst>
              <a:ext uri="{FF2B5EF4-FFF2-40B4-BE49-F238E27FC236}">
                <a16:creationId xmlns:a16="http://schemas.microsoft.com/office/drawing/2014/main" id="{07B2ED49-39AA-62CE-41E1-3589F4000A3A}"/>
              </a:ext>
            </a:extLst>
          </p:cNvPr>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9E599C93-A643-0FC1-E669-F37E8FFAF6A2}"/>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BEA53896-A9B0-7C64-B211-9B3B2559E3D0}"/>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6" name="Symbol zastępczy stopki 5">
            <a:extLst>
              <a:ext uri="{FF2B5EF4-FFF2-40B4-BE49-F238E27FC236}">
                <a16:creationId xmlns:a16="http://schemas.microsoft.com/office/drawing/2014/main" id="{DEB97B47-5DEA-3744-2ACA-EF6CC5463DC3}"/>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3C624E4F-BA7D-999D-5D14-F1D4E1B9308E}"/>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398563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B8AE168-F223-1C24-BAC0-2E76802C0EDD}"/>
              </a:ext>
            </a:extLst>
          </p:cNvPr>
          <p:cNvSpPr>
            <a:spLocks noGrp="1"/>
          </p:cNvSpPr>
          <p:nvPr>
            <p:ph type="title"/>
          </p:nvPr>
        </p:nvSpPr>
        <p:spPr>
          <a:xfrm>
            <a:off x="839789" y="457200"/>
            <a:ext cx="3932237" cy="1600200"/>
          </a:xfrm>
        </p:spPr>
        <p:txBody>
          <a:bodyPr anchor="b"/>
          <a:lstStyle>
            <a:lvl1pPr>
              <a:defRPr sz="2400"/>
            </a:lvl1pPr>
          </a:lstStyle>
          <a:p>
            <a:r>
              <a:rPr lang="pl-PL"/>
              <a:t>Kliknij, aby edytować styl</a:t>
            </a:r>
          </a:p>
        </p:txBody>
      </p:sp>
      <p:sp>
        <p:nvSpPr>
          <p:cNvPr id="3" name="Symbol zastępczy obrazu 2">
            <a:extLst>
              <a:ext uri="{FF2B5EF4-FFF2-40B4-BE49-F238E27FC236}">
                <a16:creationId xmlns:a16="http://schemas.microsoft.com/office/drawing/2014/main" id="{D4BF2C49-CFF2-957F-D7DE-FF80F7B7344D}"/>
              </a:ext>
            </a:extLst>
          </p:cNvPr>
          <p:cNvSpPr>
            <a:spLocks noGrp="1" noChangeAspect="1"/>
          </p:cNvSpPr>
          <p:nvPr>
            <p:ph type="pic" idx="1"/>
          </p:nvPr>
        </p:nvSpPr>
        <p:spPr>
          <a:xfrm>
            <a:off x="5183188"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l-PL"/>
          </a:p>
        </p:txBody>
      </p:sp>
      <p:sp>
        <p:nvSpPr>
          <p:cNvPr id="4" name="Symbol zastępczy tekstu 3">
            <a:extLst>
              <a:ext uri="{FF2B5EF4-FFF2-40B4-BE49-F238E27FC236}">
                <a16:creationId xmlns:a16="http://schemas.microsoft.com/office/drawing/2014/main" id="{36B6ED2C-8FD4-3517-65FC-1EF16F30AF49}"/>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D68A545B-8DBF-5657-0B1A-FEB216930405}"/>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6" name="Symbol zastępczy stopki 5">
            <a:extLst>
              <a:ext uri="{FF2B5EF4-FFF2-40B4-BE49-F238E27FC236}">
                <a16:creationId xmlns:a16="http://schemas.microsoft.com/office/drawing/2014/main" id="{544DD2E2-4A5F-9274-1D23-A45CEBF51D6E}"/>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1B4F4533-E655-DDD1-257D-53BF1328D855}"/>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3384291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418E49E-C8EC-BE77-DF39-68403AB70DCD}"/>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4D8B890A-978B-C9B0-3272-C48C00EA0A68}"/>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8A42B6CA-2DFC-282D-F028-A95893438D65}"/>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5" name="Symbol zastępczy stopki 4">
            <a:extLst>
              <a:ext uri="{FF2B5EF4-FFF2-40B4-BE49-F238E27FC236}">
                <a16:creationId xmlns:a16="http://schemas.microsoft.com/office/drawing/2014/main" id="{4BBD387D-F2D8-7E9C-0580-DD8108B7B3A8}"/>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09F5B0E0-8480-5CBB-345F-DB23BC9397D8}"/>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2021009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1DDFB76E-3612-0D30-155D-F68E29D0C700}"/>
              </a:ext>
            </a:extLst>
          </p:cNvPr>
          <p:cNvSpPr>
            <a:spLocks noGrp="1"/>
          </p:cNvSpPr>
          <p:nvPr>
            <p:ph type="title" orient="vert"/>
          </p:nvPr>
        </p:nvSpPr>
        <p:spPr>
          <a:xfrm>
            <a:off x="8724901" y="365127"/>
            <a:ext cx="2628900" cy="5811839"/>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5C6D0977-C52A-7783-63A8-847BAEB667C1}"/>
              </a:ext>
            </a:extLst>
          </p:cNvPr>
          <p:cNvSpPr>
            <a:spLocks noGrp="1"/>
          </p:cNvSpPr>
          <p:nvPr>
            <p:ph type="body" orient="vert" idx="1"/>
          </p:nvPr>
        </p:nvSpPr>
        <p:spPr>
          <a:xfrm>
            <a:off x="838201" y="365127"/>
            <a:ext cx="7734300" cy="5811839"/>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F94A5811-9ACE-D4F0-3845-F2268570BE45}"/>
              </a:ext>
            </a:extLst>
          </p:cNvPr>
          <p:cNvSpPr>
            <a:spLocks noGrp="1"/>
          </p:cNvSpPr>
          <p:nvPr>
            <p:ph type="dt" sz="half" idx="10"/>
          </p:nvPr>
        </p:nvSpPr>
        <p:spPr/>
        <p:txBody>
          <a:bodyPr/>
          <a:lstStyle/>
          <a:p>
            <a:fld id="{D765920A-88D6-4FB5-AEC4-8DE77B60B5BD}" type="datetimeFigureOut">
              <a:rPr lang="pl-PL" smtClean="0"/>
              <a:t>20.10.2026</a:t>
            </a:fld>
            <a:endParaRPr lang="pl-PL"/>
          </a:p>
        </p:txBody>
      </p:sp>
      <p:sp>
        <p:nvSpPr>
          <p:cNvPr id="5" name="Symbol zastępczy stopki 4">
            <a:extLst>
              <a:ext uri="{FF2B5EF4-FFF2-40B4-BE49-F238E27FC236}">
                <a16:creationId xmlns:a16="http://schemas.microsoft.com/office/drawing/2014/main" id="{30487024-3701-279D-FB4A-DF302F0672A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5600B55D-8A59-214F-1E6F-EF460B58929B}"/>
              </a:ext>
            </a:extLst>
          </p:cNvPr>
          <p:cNvSpPr>
            <a:spLocks noGrp="1"/>
          </p:cNvSpPr>
          <p:nvPr>
            <p:ph type="sldNum" sz="quarter" idx="12"/>
          </p:nvPr>
        </p:nvSpPr>
        <p:spPr/>
        <p:txBody>
          <a:bodyPr/>
          <a:lstStyle/>
          <a:p>
            <a:fld id="{775C180B-52F2-4174-8FFB-E927E24AEC5F}" type="slidenum">
              <a:rPr lang="pl-PL" smtClean="0"/>
              <a:t>‹#›</a:t>
            </a:fld>
            <a:endParaRPr lang="pl-PL"/>
          </a:p>
        </p:txBody>
      </p:sp>
    </p:spTree>
    <p:extLst>
      <p:ext uri="{BB962C8B-B14F-4D97-AF65-F5344CB8AC3E}">
        <p14:creationId xmlns:p14="http://schemas.microsoft.com/office/powerpoint/2010/main" val="2765516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7BFCF20B-74A3-B61E-1949-7FE694E547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D468C61A-4A20-0184-97D4-004B6C59A79A}"/>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CB44A797-8E01-22A6-7C70-90CDF5E487C3}"/>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D765920A-88D6-4FB5-AEC4-8DE77B60B5BD}" type="datetimeFigureOut">
              <a:rPr lang="pl-PL" smtClean="0"/>
              <a:t>20.10.2026</a:t>
            </a:fld>
            <a:endParaRPr lang="pl-PL"/>
          </a:p>
        </p:txBody>
      </p:sp>
      <p:sp>
        <p:nvSpPr>
          <p:cNvPr id="5" name="Symbol zastępczy stopki 4">
            <a:extLst>
              <a:ext uri="{FF2B5EF4-FFF2-40B4-BE49-F238E27FC236}">
                <a16:creationId xmlns:a16="http://schemas.microsoft.com/office/drawing/2014/main" id="{9F21E21F-CB55-2F69-1FCD-ECD97508C121}"/>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30263F0D-BF58-664A-436D-0A3791A79ADA}"/>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775C180B-52F2-4174-8FFB-E927E24AEC5F}" type="slidenum">
              <a:rPr lang="pl-PL" smtClean="0"/>
              <a:t>‹#›</a:t>
            </a:fld>
            <a:endParaRPr lang="pl-PL"/>
          </a:p>
        </p:txBody>
      </p:sp>
    </p:spTree>
    <p:extLst>
      <p:ext uri="{BB962C8B-B14F-4D97-AF65-F5344CB8AC3E}">
        <p14:creationId xmlns:p14="http://schemas.microsoft.com/office/powerpoint/2010/main" val="3384860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l-P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8FB5E26C-8234-C2FD-9B29-94A1F97D4533}"/>
              </a:ext>
            </a:extLst>
          </p:cNvPr>
          <p:cNvSpPr txBox="1"/>
          <p:nvPr/>
        </p:nvSpPr>
        <p:spPr>
          <a:xfrm>
            <a:off x="594360" y="26258"/>
            <a:ext cx="10972800" cy="923330"/>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Mega parkur is a browser platform game about jumping and timing.</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0E406F21-A451-462F-336F-4DB4505267F1}"/>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pole tekstowe 3">
            <a:extLst>
              <a:ext uri="{FF2B5EF4-FFF2-40B4-BE49-F238E27FC236}">
                <a16:creationId xmlns:a16="http://schemas.microsoft.com/office/drawing/2014/main" id="{4E81F83E-D178-A5E1-8F72-871D6DF37E23}"/>
              </a:ext>
            </a:extLst>
          </p:cNvPr>
          <p:cNvSpPr txBox="1"/>
          <p:nvPr/>
        </p:nvSpPr>
        <p:spPr>
          <a:xfrm>
            <a:off x="685800" y="1763398"/>
            <a:ext cx="2194560" cy="338554"/>
          </a:xfrm>
          <a:prstGeom prst="rect">
            <a:avLst/>
          </a:prstGeom>
          <a:noFill/>
        </p:spPr>
        <p:txBody>
          <a:bodyPr vert="horz" wrap="square" lIns="0" tIns="0" rIns="0" bIns="0" rtlCol="0" anchor="ctr">
            <a:spAutoFit/>
          </a:bodyPr>
          <a:lstStyle/>
          <a:p>
            <a:r>
              <a:rPr lang="pl-PL" sz="2200" b="1">
                <a:solidFill>
                  <a:srgbClr val="39B6A3"/>
                </a:solidFill>
                <a:latin typeface="Aptos" panose="020B0004020202020204" pitchFamily="34" charset="0"/>
              </a:rPr>
              <a:t>Adrian</a:t>
            </a:r>
          </a:p>
        </p:txBody>
      </p:sp>
      <p:sp>
        <p:nvSpPr>
          <p:cNvPr id="5" name="Prostokąt: zaokrąglone rogi 4">
            <a:extLst>
              <a:ext uri="{FF2B5EF4-FFF2-40B4-BE49-F238E27FC236}">
                <a16:creationId xmlns:a16="http://schemas.microsoft.com/office/drawing/2014/main" id="{562BD640-6009-2FB4-9EEE-E344FC690158}"/>
              </a:ext>
            </a:extLst>
          </p:cNvPr>
          <p:cNvSpPr/>
          <p:nvPr/>
        </p:nvSpPr>
        <p:spPr>
          <a:xfrm>
            <a:off x="3063240" y="1719072"/>
            <a:ext cx="7909560" cy="443484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Prostokąt 5">
            <a:extLst>
              <a:ext uri="{FF2B5EF4-FFF2-40B4-BE49-F238E27FC236}">
                <a16:creationId xmlns:a16="http://schemas.microsoft.com/office/drawing/2014/main" id="{5A9E0D0B-BC49-F1E8-059A-C2C1BD633543}"/>
              </a:ext>
            </a:extLst>
          </p:cNvPr>
          <p:cNvSpPr/>
          <p:nvPr/>
        </p:nvSpPr>
        <p:spPr>
          <a:xfrm>
            <a:off x="3191256" y="1847088"/>
            <a:ext cx="7653529" cy="182880"/>
          </a:xfrm>
          <a:prstGeom prst="rect">
            <a:avLst/>
          </a:prstGeom>
          <a:solidFill>
            <a:srgbClr val="1E2A44"/>
          </a:solidFill>
          <a:ln w="12700">
            <a:solidFill>
              <a:srgbClr val="1E2A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Owal 6">
            <a:extLst>
              <a:ext uri="{FF2B5EF4-FFF2-40B4-BE49-F238E27FC236}">
                <a16:creationId xmlns:a16="http://schemas.microsoft.com/office/drawing/2014/main" id="{59E17B5B-09DE-A7DA-E181-FB1D3AFEEB11}"/>
              </a:ext>
            </a:extLst>
          </p:cNvPr>
          <p:cNvSpPr/>
          <p:nvPr/>
        </p:nvSpPr>
        <p:spPr>
          <a:xfrm>
            <a:off x="3282696" y="1906524"/>
            <a:ext cx="50292" cy="50292"/>
          </a:xfrm>
          <a:prstGeom prst="ellips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Owal 7">
            <a:extLst>
              <a:ext uri="{FF2B5EF4-FFF2-40B4-BE49-F238E27FC236}">
                <a16:creationId xmlns:a16="http://schemas.microsoft.com/office/drawing/2014/main" id="{58F66A67-BB81-977C-D5C2-AA8F893116D4}"/>
              </a:ext>
            </a:extLst>
          </p:cNvPr>
          <p:cNvSpPr/>
          <p:nvPr/>
        </p:nvSpPr>
        <p:spPr>
          <a:xfrm>
            <a:off x="3410712" y="1906524"/>
            <a:ext cx="50292" cy="5029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Owal 8">
            <a:extLst>
              <a:ext uri="{FF2B5EF4-FFF2-40B4-BE49-F238E27FC236}">
                <a16:creationId xmlns:a16="http://schemas.microsoft.com/office/drawing/2014/main" id="{23F1F78E-806D-A145-7C8C-F04527E244E6}"/>
              </a:ext>
            </a:extLst>
          </p:cNvPr>
          <p:cNvSpPr/>
          <p:nvPr/>
        </p:nvSpPr>
        <p:spPr>
          <a:xfrm>
            <a:off x="3538728" y="1906524"/>
            <a:ext cx="50292" cy="50292"/>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Prostokąt 9">
            <a:extLst>
              <a:ext uri="{FF2B5EF4-FFF2-40B4-BE49-F238E27FC236}">
                <a16:creationId xmlns:a16="http://schemas.microsoft.com/office/drawing/2014/main" id="{522B1BEE-A0FE-F400-A9D2-1063A7251B24}"/>
              </a:ext>
            </a:extLst>
          </p:cNvPr>
          <p:cNvSpPr/>
          <p:nvPr/>
        </p:nvSpPr>
        <p:spPr>
          <a:xfrm>
            <a:off x="3191256" y="2103120"/>
            <a:ext cx="7653529" cy="3922776"/>
          </a:xfrm>
          <a:prstGeom prst="rect">
            <a:avLst/>
          </a:prstGeom>
          <a:solidFill>
            <a:srgbClr val="78B9EB"/>
          </a:solidFill>
          <a:ln w="12700">
            <a:solidFill>
              <a:srgbClr val="78B9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Prostokąt 10">
            <a:extLst>
              <a:ext uri="{FF2B5EF4-FFF2-40B4-BE49-F238E27FC236}">
                <a16:creationId xmlns:a16="http://schemas.microsoft.com/office/drawing/2014/main" id="{C80AD71B-C114-DBD7-767C-D7FDF613FDB9}"/>
              </a:ext>
            </a:extLst>
          </p:cNvPr>
          <p:cNvSpPr/>
          <p:nvPr/>
        </p:nvSpPr>
        <p:spPr>
          <a:xfrm>
            <a:off x="3191256" y="5359024"/>
            <a:ext cx="7653529" cy="666872"/>
          </a:xfrm>
          <a:prstGeom prst="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Prostokąt 11">
            <a:extLst>
              <a:ext uri="{FF2B5EF4-FFF2-40B4-BE49-F238E27FC236}">
                <a16:creationId xmlns:a16="http://schemas.microsoft.com/office/drawing/2014/main" id="{AAB846A6-C337-20B1-01CA-338DE5CAFFBA}"/>
              </a:ext>
            </a:extLst>
          </p:cNvPr>
          <p:cNvSpPr/>
          <p:nvPr/>
        </p:nvSpPr>
        <p:spPr>
          <a:xfrm>
            <a:off x="4109679" y="4770608"/>
            <a:ext cx="1530706"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rostokąt 12">
            <a:extLst>
              <a:ext uri="{FF2B5EF4-FFF2-40B4-BE49-F238E27FC236}">
                <a16:creationId xmlns:a16="http://schemas.microsoft.com/office/drawing/2014/main" id="{17E9BC95-9CC6-9C5A-F631-19067E7EEABA}"/>
              </a:ext>
            </a:extLst>
          </p:cNvPr>
          <p:cNvSpPr/>
          <p:nvPr/>
        </p:nvSpPr>
        <p:spPr>
          <a:xfrm>
            <a:off x="6482273" y="4182191"/>
            <a:ext cx="1530705"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rostokąt 13">
            <a:extLst>
              <a:ext uri="{FF2B5EF4-FFF2-40B4-BE49-F238E27FC236}">
                <a16:creationId xmlns:a16="http://schemas.microsoft.com/office/drawing/2014/main" id="{9BF3BE16-99CF-AD2A-3F92-24D163C9E7E0}"/>
              </a:ext>
            </a:extLst>
          </p:cNvPr>
          <p:cNvSpPr/>
          <p:nvPr/>
        </p:nvSpPr>
        <p:spPr>
          <a:xfrm>
            <a:off x="8701796" y="3593775"/>
            <a:ext cx="1301100"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Prostokąt: zaokrąglone rogi 14">
            <a:extLst>
              <a:ext uri="{FF2B5EF4-FFF2-40B4-BE49-F238E27FC236}">
                <a16:creationId xmlns:a16="http://schemas.microsoft.com/office/drawing/2014/main" id="{E76908B5-AF13-F61F-C4C2-28021A8EFFD7}"/>
              </a:ext>
            </a:extLst>
          </p:cNvPr>
          <p:cNvSpPr/>
          <p:nvPr/>
        </p:nvSpPr>
        <p:spPr>
          <a:xfrm>
            <a:off x="4721962" y="4554855"/>
            <a:ext cx="1530705"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Prostokąt: zaokrąglone rogi 15">
            <a:extLst>
              <a:ext uri="{FF2B5EF4-FFF2-40B4-BE49-F238E27FC236}">
                <a16:creationId xmlns:a16="http://schemas.microsoft.com/office/drawing/2014/main" id="{1200F6B7-6B96-9501-5A5F-8BA08AA492E8}"/>
              </a:ext>
            </a:extLst>
          </p:cNvPr>
          <p:cNvSpPr/>
          <p:nvPr/>
        </p:nvSpPr>
        <p:spPr>
          <a:xfrm>
            <a:off x="7094555" y="3966439"/>
            <a:ext cx="1530706" cy="50291"/>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 name="Prostokąt: zaokrąglone rogi 16">
            <a:extLst>
              <a:ext uri="{FF2B5EF4-FFF2-40B4-BE49-F238E27FC236}">
                <a16:creationId xmlns:a16="http://schemas.microsoft.com/office/drawing/2014/main" id="{2FA764E9-69C0-4CCA-87BA-523A8F39E1E0}"/>
              </a:ext>
            </a:extLst>
          </p:cNvPr>
          <p:cNvSpPr/>
          <p:nvPr/>
        </p:nvSpPr>
        <p:spPr>
          <a:xfrm>
            <a:off x="9237543" y="3378022"/>
            <a:ext cx="1301100"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Prostokąt: zaokrąglone rogi 17">
            <a:extLst>
              <a:ext uri="{FF2B5EF4-FFF2-40B4-BE49-F238E27FC236}">
                <a16:creationId xmlns:a16="http://schemas.microsoft.com/office/drawing/2014/main" id="{8DA02464-FA0F-B354-1AC3-0356E471CC52}"/>
              </a:ext>
            </a:extLst>
          </p:cNvPr>
          <p:cNvSpPr/>
          <p:nvPr/>
        </p:nvSpPr>
        <p:spPr>
          <a:xfrm>
            <a:off x="4109679" y="4849063"/>
            <a:ext cx="420944" cy="588417"/>
          </a:xfrm>
          <a:prstGeom prst="roundRect">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Owal 18">
            <a:extLst>
              <a:ext uri="{FF2B5EF4-FFF2-40B4-BE49-F238E27FC236}">
                <a16:creationId xmlns:a16="http://schemas.microsoft.com/office/drawing/2014/main" id="{78535DF4-59FB-8E75-547C-FB6472CCAA75}"/>
              </a:ext>
            </a:extLst>
          </p:cNvPr>
          <p:cNvSpPr/>
          <p:nvPr/>
        </p:nvSpPr>
        <p:spPr>
          <a:xfrm>
            <a:off x="4392860" y="5025588"/>
            <a:ext cx="32004" cy="32004"/>
          </a:xfrm>
          <a:prstGeom prst="ellipse">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Owal 19">
            <a:extLst>
              <a:ext uri="{FF2B5EF4-FFF2-40B4-BE49-F238E27FC236}">
                <a16:creationId xmlns:a16="http://schemas.microsoft.com/office/drawing/2014/main" id="{7A8F2DAE-8C24-6613-946E-102A7F7FD45A}"/>
              </a:ext>
            </a:extLst>
          </p:cNvPr>
          <p:cNvSpPr/>
          <p:nvPr/>
        </p:nvSpPr>
        <p:spPr>
          <a:xfrm>
            <a:off x="5181173" y="4064508"/>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Owal 20">
            <a:extLst>
              <a:ext uri="{FF2B5EF4-FFF2-40B4-BE49-F238E27FC236}">
                <a16:creationId xmlns:a16="http://schemas.microsoft.com/office/drawing/2014/main" id="{9C669C14-617C-3DA8-8A8D-0670C9D9B16F}"/>
              </a:ext>
            </a:extLst>
          </p:cNvPr>
          <p:cNvSpPr/>
          <p:nvPr/>
        </p:nvSpPr>
        <p:spPr>
          <a:xfrm>
            <a:off x="7553767" y="3436864"/>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Owal 21">
            <a:extLst>
              <a:ext uri="{FF2B5EF4-FFF2-40B4-BE49-F238E27FC236}">
                <a16:creationId xmlns:a16="http://schemas.microsoft.com/office/drawing/2014/main" id="{1B2BAD85-64E5-9C6F-D1BF-ACB390604EFA}"/>
              </a:ext>
            </a:extLst>
          </p:cNvPr>
          <p:cNvSpPr/>
          <p:nvPr/>
        </p:nvSpPr>
        <p:spPr>
          <a:xfrm>
            <a:off x="9467149" y="2887675"/>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 name="Trójkąt równoramienny 22">
            <a:extLst>
              <a:ext uri="{FF2B5EF4-FFF2-40B4-BE49-F238E27FC236}">
                <a16:creationId xmlns:a16="http://schemas.microsoft.com/office/drawing/2014/main" id="{7E332B32-A6A1-DA4D-FA78-E81B4DBC64EF}"/>
              </a:ext>
            </a:extLst>
          </p:cNvPr>
          <p:cNvSpPr/>
          <p:nvPr/>
        </p:nvSpPr>
        <p:spPr>
          <a:xfrm>
            <a:off x="7553767" y="5202113"/>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Trójkąt równoramienny 23">
            <a:extLst>
              <a:ext uri="{FF2B5EF4-FFF2-40B4-BE49-F238E27FC236}">
                <a16:creationId xmlns:a16="http://schemas.microsoft.com/office/drawing/2014/main" id="{4704F66D-D8E0-2B46-9C5A-70BD9606F4D0}"/>
              </a:ext>
            </a:extLst>
          </p:cNvPr>
          <p:cNvSpPr/>
          <p:nvPr/>
        </p:nvSpPr>
        <p:spPr>
          <a:xfrm>
            <a:off x="7936443" y="5202113"/>
            <a:ext cx="164593"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Trójkąt równoramienny 24">
            <a:extLst>
              <a:ext uri="{FF2B5EF4-FFF2-40B4-BE49-F238E27FC236}">
                <a16:creationId xmlns:a16="http://schemas.microsoft.com/office/drawing/2014/main" id="{BD402E53-20DF-1CC6-FA01-93AA8A02BD25}"/>
              </a:ext>
            </a:extLst>
          </p:cNvPr>
          <p:cNvSpPr/>
          <p:nvPr/>
        </p:nvSpPr>
        <p:spPr>
          <a:xfrm>
            <a:off x="8319120" y="5202113"/>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891995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E9062402-427F-EFC8-86EB-008227A2E0B2}"/>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We built it to make short parkour challenges easy to start.</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CB815EC0-0A29-8D5A-1F7E-8C299300075F}"/>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Owal 3">
            <a:extLst>
              <a:ext uri="{FF2B5EF4-FFF2-40B4-BE49-F238E27FC236}">
                <a16:creationId xmlns:a16="http://schemas.microsoft.com/office/drawing/2014/main" id="{FB768A57-BA71-1BD3-CE91-F3F0B86D176C}"/>
              </a:ext>
            </a:extLst>
          </p:cNvPr>
          <p:cNvSpPr/>
          <p:nvPr/>
        </p:nvSpPr>
        <p:spPr>
          <a:xfrm>
            <a:off x="1417320" y="2240280"/>
            <a:ext cx="2194560" cy="2194560"/>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Owal 4">
            <a:extLst>
              <a:ext uri="{FF2B5EF4-FFF2-40B4-BE49-F238E27FC236}">
                <a16:creationId xmlns:a16="http://schemas.microsoft.com/office/drawing/2014/main" id="{EB315151-9D9D-743C-1412-8198F6913D39}"/>
              </a:ext>
            </a:extLst>
          </p:cNvPr>
          <p:cNvSpPr/>
          <p:nvPr/>
        </p:nvSpPr>
        <p:spPr>
          <a:xfrm>
            <a:off x="1975104" y="2798064"/>
            <a:ext cx="1078992" cy="1078992"/>
          </a:xfrm>
          <a:prstGeom prst="ellipse">
            <a:avLst/>
          </a:prstGeom>
          <a:solidFill>
            <a:srgbClr val="F5F8FC"/>
          </a:solidFill>
          <a:ln w="12700">
            <a:solidFill>
              <a:srgbClr val="F5F8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Prostokąt 5">
            <a:extLst>
              <a:ext uri="{FF2B5EF4-FFF2-40B4-BE49-F238E27FC236}">
                <a16:creationId xmlns:a16="http://schemas.microsoft.com/office/drawing/2014/main" id="{4717DA1B-5B6A-8FBD-D54C-33E25B22DA85}"/>
              </a:ext>
            </a:extLst>
          </p:cNvPr>
          <p:cNvSpPr/>
          <p:nvPr/>
        </p:nvSpPr>
        <p:spPr>
          <a:xfrm>
            <a:off x="4617720" y="1993392"/>
            <a:ext cx="5989320" cy="3429000"/>
          </a:xfrm>
          <a:prstGeom prst="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rostokąt: zaokrąglone rogi 6">
            <a:extLst>
              <a:ext uri="{FF2B5EF4-FFF2-40B4-BE49-F238E27FC236}">
                <a16:creationId xmlns:a16="http://schemas.microsoft.com/office/drawing/2014/main" id="{FA778EE9-F6E9-46E5-325E-465C2F453DF9}"/>
              </a:ext>
            </a:extLst>
          </p:cNvPr>
          <p:cNvSpPr/>
          <p:nvPr/>
        </p:nvSpPr>
        <p:spPr>
          <a:xfrm>
            <a:off x="4919472" y="2304288"/>
            <a:ext cx="5394960" cy="274320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Prostokąt 7">
            <a:extLst>
              <a:ext uri="{FF2B5EF4-FFF2-40B4-BE49-F238E27FC236}">
                <a16:creationId xmlns:a16="http://schemas.microsoft.com/office/drawing/2014/main" id="{4455D1BC-57A8-66B1-C34D-1E98D1189878}"/>
              </a:ext>
            </a:extLst>
          </p:cNvPr>
          <p:cNvSpPr/>
          <p:nvPr/>
        </p:nvSpPr>
        <p:spPr>
          <a:xfrm>
            <a:off x="5047488" y="2432304"/>
            <a:ext cx="5138928" cy="182880"/>
          </a:xfrm>
          <a:prstGeom prst="rect">
            <a:avLst/>
          </a:prstGeom>
          <a:solidFill>
            <a:srgbClr val="1E2A44"/>
          </a:solidFill>
          <a:ln w="12700">
            <a:solidFill>
              <a:srgbClr val="1E2A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Owal 8">
            <a:extLst>
              <a:ext uri="{FF2B5EF4-FFF2-40B4-BE49-F238E27FC236}">
                <a16:creationId xmlns:a16="http://schemas.microsoft.com/office/drawing/2014/main" id="{504A4F5E-0B4C-5DE3-5B1A-EA3BE53E215E}"/>
              </a:ext>
            </a:extLst>
          </p:cNvPr>
          <p:cNvSpPr/>
          <p:nvPr/>
        </p:nvSpPr>
        <p:spPr>
          <a:xfrm>
            <a:off x="5138928" y="2491740"/>
            <a:ext cx="50292" cy="50292"/>
          </a:xfrm>
          <a:prstGeom prst="ellips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Owal 9">
            <a:extLst>
              <a:ext uri="{FF2B5EF4-FFF2-40B4-BE49-F238E27FC236}">
                <a16:creationId xmlns:a16="http://schemas.microsoft.com/office/drawing/2014/main" id="{A6B32066-9BE3-0A72-6EEE-78A351458C76}"/>
              </a:ext>
            </a:extLst>
          </p:cNvPr>
          <p:cNvSpPr/>
          <p:nvPr/>
        </p:nvSpPr>
        <p:spPr>
          <a:xfrm>
            <a:off x="5266944" y="2491740"/>
            <a:ext cx="50292" cy="5029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Owal 10">
            <a:extLst>
              <a:ext uri="{FF2B5EF4-FFF2-40B4-BE49-F238E27FC236}">
                <a16:creationId xmlns:a16="http://schemas.microsoft.com/office/drawing/2014/main" id="{7FEA1ED2-0BAE-4F56-7FD8-6F069DBC1903}"/>
              </a:ext>
            </a:extLst>
          </p:cNvPr>
          <p:cNvSpPr/>
          <p:nvPr/>
        </p:nvSpPr>
        <p:spPr>
          <a:xfrm>
            <a:off x="5394960" y="2491740"/>
            <a:ext cx="50292" cy="50292"/>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Prostokąt 11">
            <a:extLst>
              <a:ext uri="{FF2B5EF4-FFF2-40B4-BE49-F238E27FC236}">
                <a16:creationId xmlns:a16="http://schemas.microsoft.com/office/drawing/2014/main" id="{CEB8C462-22FC-6828-AE23-09D4E153BC1B}"/>
              </a:ext>
            </a:extLst>
          </p:cNvPr>
          <p:cNvSpPr/>
          <p:nvPr/>
        </p:nvSpPr>
        <p:spPr>
          <a:xfrm>
            <a:off x="5047488" y="2688336"/>
            <a:ext cx="5138928" cy="2231136"/>
          </a:xfrm>
          <a:prstGeom prst="rect">
            <a:avLst/>
          </a:prstGeom>
          <a:solidFill>
            <a:srgbClr val="78B9EB"/>
          </a:solidFill>
          <a:ln w="12700">
            <a:solidFill>
              <a:srgbClr val="78B9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rostokąt 12">
            <a:extLst>
              <a:ext uri="{FF2B5EF4-FFF2-40B4-BE49-F238E27FC236}">
                <a16:creationId xmlns:a16="http://schemas.microsoft.com/office/drawing/2014/main" id="{33E27993-C586-2495-8D61-7D39052834C2}"/>
              </a:ext>
            </a:extLst>
          </p:cNvPr>
          <p:cNvSpPr/>
          <p:nvPr/>
        </p:nvSpPr>
        <p:spPr>
          <a:xfrm>
            <a:off x="5047488" y="4540179"/>
            <a:ext cx="5138928" cy="379293"/>
          </a:xfrm>
          <a:prstGeom prst="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rostokąt 13">
            <a:extLst>
              <a:ext uri="{FF2B5EF4-FFF2-40B4-BE49-F238E27FC236}">
                <a16:creationId xmlns:a16="http://schemas.microsoft.com/office/drawing/2014/main" id="{797FC0ED-276F-7155-13F6-920685A1CC16}"/>
              </a:ext>
            </a:extLst>
          </p:cNvPr>
          <p:cNvSpPr/>
          <p:nvPr/>
        </p:nvSpPr>
        <p:spPr>
          <a:xfrm>
            <a:off x="5664159" y="4205508"/>
            <a:ext cx="1027786" cy="100585"/>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Prostokąt 14">
            <a:extLst>
              <a:ext uri="{FF2B5EF4-FFF2-40B4-BE49-F238E27FC236}">
                <a16:creationId xmlns:a16="http://schemas.microsoft.com/office/drawing/2014/main" id="{13E27BDC-F2C9-09AC-B80E-C7E83617E090}"/>
              </a:ext>
            </a:extLst>
          </p:cNvPr>
          <p:cNvSpPr/>
          <p:nvPr/>
        </p:nvSpPr>
        <p:spPr>
          <a:xfrm>
            <a:off x="7257227" y="3870838"/>
            <a:ext cx="1027785"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Prostokąt 15">
            <a:extLst>
              <a:ext uri="{FF2B5EF4-FFF2-40B4-BE49-F238E27FC236}">
                <a16:creationId xmlns:a16="http://schemas.microsoft.com/office/drawing/2014/main" id="{736C1FD2-C1F1-8542-34D5-4850B153CB02}"/>
              </a:ext>
            </a:extLst>
          </p:cNvPr>
          <p:cNvSpPr/>
          <p:nvPr/>
        </p:nvSpPr>
        <p:spPr>
          <a:xfrm>
            <a:off x="8747516" y="3536167"/>
            <a:ext cx="873618" cy="100585"/>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 name="Prostokąt: zaokrąglone rogi 16">
            <a:extLst>
              <a:ext uri="{FF2B5EF4-FFF2-40B4-BE49-F238E27FC236}">
                <a16:creationId xmlns:a16="http://schemas.microsoft.com/office/drawing/2014/main" id="{337BDC1A-A38F-3963-487A-AD5868D388BE}"/>
              </a:ext>
            </a:extLst>
          </p:cNvPr>
          <p:cNvSpPr/>
          <p:nvPr/>
        </p:nvSpPr>
        <p:spPr>
          <a:xfrm>
            <a:off x="6075274" y="4082796"/>
            <a:ext cx="1027785"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Prostokąt: zaokrąglone rogi 17">
            <a:extLst>
              <a:ext uri="{FF2B5EF4-FFF2-40B4-BE49-F238E27FC236}">
                <a16:creationId xmlns:a16="http://schemas.microsoft.com/office/drawing/2014/main" id="{E45CA7F2-F02F-07CA-503F-140B5109CF05}"/>
              </a:ext>
            </a:extLst>
          </p:cNvPr>
          <p:cNvSpPr/>
          <p:nvPr/>
        </p:nvSpPr>
        <p:spPr>
          <a:xfrm>
            <a:off x="7668341" y="3748125"/>
            <a:ext cx="1027786"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Prostokąt: zaokrąglone rogi 18">
            <a:extLst>
              <a:ext uri="{FF2B5EF4-FFF2-40B4-BE49-F238E27FC236}">
                <a16:creationId xmlns:a16="http://schemas.microsoft.com/office/drawing/2014/main" id="{4D144E9F-DABB-7608-CA45-AF62AC362BAF}"/>
              </a:ext>
            </a:extLst>
          </p:cNvPr>
          <p:cNvSpPr/>
          <p:nvPr/>
        </p:nvSpPr>
        <p:spPr>
          <a:xfrm>
            <a:off x="9107241" y="3413455"/>
            <a:ext cx="873618"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rostokąt: zaokrąglone rogi 19">
            <a:extLst>
              <a:ext uri="{FF2B5EF4-FFF2-40B4-BE49-F238E27FC236}">
                <a16:creationId xmlns:a16="http://schemas.microsoft.com/office/drawing/2014/main" id="{BDD73476-814B-F092-B353-03B5078F97FD}"/>
              </a:ext>
            </a:extLst>
          </p:cNvPr>
          <p:cNvSpPr/>
          <p:nvPr/>
        </p:nvSpPr>
        <p:spPr>
          <a:xfrm>
            <a:off x="5664159" y="4250131"/>
            <a:ext cx="282641" cy="334671"/>
          </a:xfrm>
          <a:prstGeom prst="roundRect">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Owal 20">
            <a:extLst>
              <a:ext uri="{FF2B5EF4-FFF2-40B4-BE49-F238E27FC236}">
                <a16:creationId xmlns:a16="http://schemas.microsoft.com/office/drawing/2014/main" id="{78372C01-4D92-1690-1F76-6EDCD3038900}"/>
              </a:ext>
            </a:extLst>
          </p:cNvPr>
          <p:cNvSpPr/>
          <p:nvPr/>
        </p:nvSpPr>
        <p:spPr>
          <a:xfrm>
            <a:off x="5854300" y="4350533"/>
            <a:ext cx="32003" cy="32003"/>
          </a:xfrm>
          <a:prstGeom prst="ellipse">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Owal 21">
            <a:extLst>
              <a:ext uri="{FF2B5EF4-FFF2-40B4-BE49-F238E27FC236}">
                <a16:creationId xmlns:a16="http://schemas.microsoft.com/office/drawing/2014/main" id="{3DB4A3F5-4B45-9776-EBB0-BB5ABDD3FD4F}"/>
              </a:ext>
            </a:extLst>
          </p:cNvPr>
          <p:cNvSpPr/>
          <p:nvPr/>
        </p:nvSpPr>
        <p:spPr>
          <a:xfrm>
            <a:off x="6383609" y="3803904"/>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 name="Owal 22">
            <a:extLst>
              <a:ext uri="{FF2B5EF4-FFF2-40B4-BE49-F238E27FC236}">
                <a16:creationId xmlns:a16="http://schemas.microsoft.com/office/drawing/2014/main" id="{F798C74D-5730-A04B-3E89-F1B1B74A958F}"/>
              </a:ext>
            </a:extLst>
          </p:cNvPr>
          <p:cNvSpPr/>
          <p:nvPr/>
        </p:nvSpPr>
        <p:spPr>
          <a:xfrm>
            <a:off x="7976677" y="3446922"/>
            <a:ext cx="118871"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Owal 23">
            <a:extLst>
              <a:ext uri="{FF2B5EF4-FFF2-40B4-BE49-F238E27FC236}">
                <a16:creationId xmlns:a16="http://schemas.microsoft.com/office/drawing/2014/main" id="{687BB491-D9CA-5713-A48F-6A56011CD23A}"/>
              </a:ext>
            </a:extLst>
          </p:cNvPr>
          <p:cNvSpPr/>
          <p:nvPr/>
        </p:nvSpPr>
        <p:spPr>
          <a:xfrm>
            <a:off x="9261409" y="3134563"/>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Trójkąt równoramienny 24">
            <a:extLst>
              <a:ext uri="{FF2B5EF4-FFF2-40B4-BE49-F238E27FC236}">
                <a16:creationId xmlns:a16="http://schemas.microsoft.com/office/drawing/2014/main" id="{3A888707-D9A3-64B7-E6BA-1EABC093F018}"/>
              </a:ext>
            </a:extLst>
          </p:cNvPr>
          <p:cNvSpPr/>
          <p:nvPr/>
        </p:nvSpPr>
        <p:spPr>
          <a:xfrm>
            <a:off x="7976677" y="4450933"/>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6" name="Trójkąt równoramienny 25">
            <a:extLst>
              <a:ext uri="{FF2B5EF4-FFF2-40B4-BE49-F238E27FC236}">
                <a16:creationId xmlns:a16="http://schemas.microsoft.com/office/drawing/2014/main" id="{02005190-9DEA-6D85-FE63-CB4698647F7C}"/>
              </a:ext>
            </a:extLst>
          </p:cNvPr>
          <p:cNvSpPr/>
          <p:nvPr/>
        </p:nvSpPr>
        <p:spPr>
          <a:xfrm>
            <a:off x="8233623" y="4450933"/>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Trójkąt równoramienny 26">
            <a:extLst>
              <a:ext uri="{FF2B5EF4-FFF2-40B4-BE49-F238E27FC236}">
                <a16:creationId xmlns:a16="http://schemas.microsoft.com/office/drawing/2014/main" id="{428A7881-DEDF-F216-3E52-089C7597556E}"/>
              </a:ext>
            </a:extLst>
          </p:cNvPr>
          <p:cNvSpPr/>
          <p:nvPr/>
        </p:nvSpPr>
        <p:spPr>
          <a:xfrm>
            <a:off x="8490570" y="4450933"/>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438492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2A136A71-31DC-D0E4-F0E8-297006DC6511}"/>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It is made for casual players who enjoy quick platform games.</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355409CA-9C30-654B-9180-C528A722BE5E}"/>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Owal 3">
            <a:extLst>
              <a:ext uri="{FF2B5EF4-FFF2-40B4-BE49-F238E27FC236}">
                <a16:creationId xmlns:a16="http://schemas.microsoft.com/office/drawing/2014/main" id="{84999E4B-2937-238B-FB30-314AD1165192}"/>
              </a:ext>
            </a:extLst>
          </p:cNvPr>
          <p:cNvSpPr/>
          <p:nvPr/>
        </p:nvSpPr>
        <p:spPr>
          <a:xfrm>
            <a:off x="1828800" y="2011680"/>
            <a:ext cx="1234440" cy="1234440"/>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Prostokąt: zaokrąglone rogi 4">
            <a:extLst>
              <a:ext uri="{FF2B5EF4-FFF2-40B4-BE49-F238E27FC236}">
                <a16:creationId xmlns:a16="http://schemas.microsoft.com/office/drawing/2014/main" id="{6370E8EF-E71D-4E2F-0D36-E9BCC76C721A}"/>
              </a:ext>
            </a:extLst>
          </p:cNvPr>
          <p:cNvSpPr/>
          <p:nvPr/>
        </p:nvSpPr>
        <p:spPr>
          <a:xfrm>
            <a:off x="1463040" y="3063240"/>
            <a:ext cx="1965960" cy="2240280"/>
          </a:xfrm>
          <a:prstGeom prst="round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Prostokąt 5">
            <a:extLst>
              <a:ext uri="{FF2B5EF4-FFF2-40B4-BE49-F238E27FC236}">
                <a16:creationId xmlns:a16="http://schemas.microsoft.com/office/drawing/2014/main" id="{E340F710-85B0-D407-B6D8-59CE17049A0A}"/>
              </a:ext>
            </a:extLst>
          </p:cNvPr>
          <p:cNvSpPr/>
          <p:nvPr/>
        </p:nvSpPr>
        <p:spPr>
          <a:xfrm>
            <a:off x="4617720" y="2212848"/>
            <a:ext cx="5440680" cy="3474720"/>
          </a:xfrm>
          <a:prstGeom prst="rect">
            <a:avLst/>
          </a:prstGeom>
          <a:solidFill>
            <a:srgbClr val="1E2A44"/>
          </a:solidFill>
          <a:ln w="12700">
            <a:solidFill>
              <a:srgbClr val="1E2A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rostokąt: zaokrąglone rogi 6">
            <a:extLst>
              <a:ext uri="{FF2B5EF4-FFF2-40B4-BE49-F238E27FC236}">
                <a16:creationId xmlns:a16="http://schemas.microsoft.com/office/drawing/2014/main" id="{06B93588-4D8A-E3CE-29E9-FBA0326EB52C}"/>
              </a:ext>
            </a:extLst>
          </p:cNvPr>
          <p:cNvSpPr/>
          <p:nvPr/>
        </p:nvSpPr>
        <p:spPr>
          <a:xfrm>
            <a:off x="4892040" y="2487168"/>
            <a:ext cx="4892040" cy="292608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Prostokąt 7">
            <a:extLst>
              <a:ext uri="{FF2B5EF4-FFF2-40B4-BE49-F238E27FC236}">
                <a16:creationId xmlns:a16="http://schemas.microsoft.com/office/drawing/2014/main" id="{4F58A7FE-535F-2058-132E-419A0FBC94E7}"/>
              </a:ext>
            </a:extLst>
          </p:cNvPr>
          <p:cNvSpPr/>
          <p:nvPr/>
        </p:nvSpPr>
        <p:spPr>
          <a:xfrm>
            <a:off x="5020056" y="2615184"/>
            <a:ext cx="4636008" cy="182880"/>
          </a:xfrm>
          <a:prstGeom prst="rect">
            <a:avLst/>
          </a:prstGeom>
          <a:solidFill>
            <a:srgbClr val="1E2A44"/>
          </a:solidFill>
          <a:ln w="12700">
            <a:solidFill>
              <a:srgbClr val="1E2A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Owal 8">
            <a:extLst>
              <a:ext uri="{FF2B5EF4-FFF2-40B4-BE49-F238E27FC236}">
                <a16:creationId xmlns:a16="http://schemas.microsoft.com/office/drawing/2014/main" id="{53513E4B-7DFE-766B-21B1-0E87BF7BA461}"/>
              </a:ext>
            </a:extLst>
          </p:cNvPr>
          <p:cNvSpPr/>
          <p:nvPr/>
        </p:nvSpPr>
        <p:spPr>
          <a:xfrm>
            <a:off x="5111496" y="2674620"/>
            <a:ext cx="50292" cy="50292"/>
          </a:xfrm>
          <a:prstGeom prst="ellips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Owal 9">
            <a:extLst>
              <a:ext uri="{FF2B5EF4-FFF2-40B4-BE49-F238E27FC236}">
                <a16:creationId xmlns:a16="http://schemas.microsoft.com/office/drawing/2014/main" id="{C03F3BA5-01D6-9313-1063-26F6557C94A4}"/>
              </a:ext>
            </a:extLst>
          </p:cNvPr>
          <p:cNvSpPr/>
          <p:nvPr/>
        </p:nvSpPr>
        <p:spPr>
          <a:xfrm>
            <a:off x="5239512" y="2674620"/>
            <a:ext cx="50292" cy="5029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Owal 10">
            <a:extLst>
              <a:ext uri="{FF2B5EF4-FFF2-40B4-BE49-F238E27FC236}">
                <a16:creationId xmlns:a16="http://schemas.microsoft.com/office/drawing/2014/main" id="{6B7D26D6-1662-4CF9-9F3F-BB90E26B2995}"/>
              </a:ext>
            </a:extLst>
          </p:cNvPr>
          <p:cNvSpPr/>
          <p:nvPr/>
        </p:nvSpPr>
        <p:spPr>
          <a:xfrm>
            <a:off x="5367528" y="2674620"/>
            <a:ext cx="50292" cy="50292"/>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Prostokąt 11">
            <a:extLst>
              <a:ext uri="{FF2B5EF4-FFF2-40B4-BE49-F238E27FC236}">
                <a16:creationId xmlns:a16="http://schemas.microsoft.com/office/drawing/2014/main" id="{F1F054EF-DC82-A66E-A506-1A4F48FA6E0C}"/>
              </a:ext>
            </a:extLst>
          </p:cNvPr>
          <p:cNvSpPr/>
          <p:nvPr/>
        </p:nvSpPr>
        <p:spPr>
          <a:xfrm>
            <a:off x="5020056" y="2871216"/>
            <a:ext cx="4636008" cy="2414016"/>
          </a:xfrm>
          <a:prstGeom prst="rect">
            <a:avLst/>
          </a:prstGeom>
          <a:solidFill>
            <a:srgbClr val="78B9EB"/>
          </a:solidFill>
          <a:ln w="12700">
            <a:solidFill>
              <a:srgbClr val="78B9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rostokąt 12">
            <a:extLst>
              <a:ext uri="{FF2B5EF4-FFF2-40B4-BE49-F238E27FC236}">
                <a16:creationId xmlns:a16="http://schemas.microsoft.com/office/drawing/2014/main" id="{DDA6EFE3-6207-072C-7A4E-3A182C4E0BD9}"/>
              </a:ext>
            </a:extLst>
          </p:cNvPr>
          <p:cNvSpPr/>
          <p:nvPr/>
        </p:nvSpPr>
        <p:spPr>
          <a:xfrm>
            <a:off x="5020056" y="4874849"/>
            <a:ext cx="4636008" cy="410383"/>
          </a:xfrm>
          <a:prstGeom prst="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rostokąt 13">
            <a:extLst>
              <a:ext uri="{FF2B5EF4-FFF2-40B4-BE49-F238E27FC236}">
                <a16:creationId xmlns:a16="http://schemas.microsoft.com/office/drawing/2014/main" id="{B40E4261-7E35-CD49-7D7C-8DA8749762FB}"/>
              </a:ext>
            </a:extLst>
          </p:cNvPr>
          <p:cNvSpPr/>
          <p:nvPr/>
        </p:nvSpPr>
        <p:spPr>
          <a:xfrm>
            <a:off x="5576377" y="4512747"/>
            <a:ext cx="927202"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Prostokąt 14">
            <a:extLst>
              <a:ext uri="{FF2B5EF4-FFF2-40B4-BE49-F238E27FC236}">
                <a16:creationId xmlns:a16="http://schemas.microsoft.com/office/drawing/2014/main" id="{9A644663-D5D9-8886-15B4-1F896A8A5B17}"/>
              </a:ext>
            </a:extLst>
          </p:cNvPr>
          <p:cNvSpPr/>
          <p:nvPr/>
        </p:nvSpPr>
        <p:spPr>
          <a:xfrm>
            <a:off x="7013539" y="4150644"/>
            <a:ext cx="927202"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Prostokąt 15">
            <a:extLst>
              <a:ext uri="{FF2B5EF4-FFF2-40B4-BE49-F238E27FC236}">
                <a16:creationId xmlns:a16="http://schemas.microsoft.com/office/drawing/2014/main" id="{C92806DF-F4C0-265A-A9D9-90E062C314FB}"/>
              </a:ext>
            </a:extLst>
          </p:cNvPr>
          <p:cNvSpPr/>
          <p:nvPr/>
        </p:nvSpPr>
        <p:spPr>
          <a:xfrm>
            <a:off x="8357982" y="3788542"/>
            <a:ext cx="788122"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 name="Prostokąt: zaokrąglone rogi 16">
            <a:extLst>
              <a:ext uri="{FF2B5EF4-FFF2-40B4-BE49-F238E27FC236}">
                <a16:creationId xmlns:a16="http://schemas.microsoft.com/office/drawing/2014/main" id="{32188723-0837-B2C5-DACC-00A64150EB1F}"/>
              </a:ext>
            </a:extLst>
          </p:cNvPr>
          <p:cNvSpPr/>
          <p:nvPr/>
        </p:nvSpPr>
        <p:spPr>
          <a:xfrm>
            <a:off x="5947258" y="4379976"/>
            <a:ext cx="927201"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Prostokąt: zaokrąglone rogi 17">
            <a:extLst>
              <a:ext uri="{FF2B5EF4-FFF2-40B4-BE49-F238E27FC236}">
                <a16:creationId xmlns:a16="http://schemas.microsoft.com/office/drawing/2014/main" id="{27344EBE-4C9C-1FEB-4E2D-3BFA685CA155}"/>
              </a:ext>
            </a:extLst>
          </p:cNvPr>
          <p:cNvSpPr/>
          <p:nvPr/>
        </p:nvSpPr>
        <p:spPr>
          <a:xfrm>
            <a:off x="7384420" y="4017874"/>
            <a:ext cx="927201"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Prostokąt: zaokrąglone rogi 18">
            <a:extLst>
              <a:ext uri="{FF2B5EF4-FFF2-40B4-BE49-F238E27FC236}">
                <a16:creationId xmlns:a16="http://schemas.microsoft.com/office/drawing/2014/main" id="{22FE40DE-9C3E-0DCF-585C-4FB48E6B1F75}"/>
              </a:ext>
            </a:extLst>
          </p:cNvPr>
          <p:cNvSpPr/>
          <p:nvPr/>
        </p:nvSpPr>
        <p:spPr>
          <a:xfrm>
            <a:off x="8682503" y="3655771"/>
            <a:ext cx="788121"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rostokąt: zaokrąglone rogi 19">
            <a:extLst>
              <a:ext uri="{FF2B5EF4-FFF2-40B4-BE49-F238E27FC236}">
                <a16:creationId xmlns:a16="http://schemas.microsoft.com/office/drawing/2014/main" id="{B4A8ABA5-5198-903A-9A0C-70FE9080177A}"/>
              </a:ext>
            </a:extLst>
          </p:cNvPr>
          <p:cNvSpPr/>
          <p:nvPr/>
        </p:nvSpPr>
        <p:spPr>
          <a:xfrm>
            <a:off x="5576377" y="4561027"/>
            <a:ext cx="254981" cy="362102"/>
          </a:xfrm>
          <a:prstGeom prst="roundRect">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Owal 20">
            <a:extLst>
              <a:ext uri="{FF2B5EF4-FFF2-40B4-BE49-F238E27FC236}">
                <a16:creationId xmlns:a16="http://schemas.microsoft.com/office/drawing/2014/main" id="{7FC7DAA1-33BE-F473-2594-989C7E8BED4B}"/>
              </a:ext>
            </a:extLst>
          </p:cNvPr>
          <p:cNvSpPr/>
          <p:nvPr/>
        </p:nvSpPr>
        <p:spPr>
          <a:xfrm>
            <a:off x="5747909" y="4669658"/>
            <a:ext cx="32004" cy="32004"/>
          </a:xfrm>
          <a:prstGeom prst="ellipse">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Owal 21">
            <a:extLst>
              <a:ext uri="{FF2B5EF4-FFF2-40B4-BE49-F238E27FC236}">
                <a16:creationId xmlns:a16="http://schemas.microsoft.com/office/drawing/2014/main" id="{AFE42C8C-B016-4E1D-75BF-1C539669FD5B}"/>
              </a:ext>
            </a:extLst>
          </p:cNvPr>
          <p:cNvSpPr/>
          <p:nvPr/>
        </p:nvSpPr>
        <p:spPr>
          <a:xfrm>
            <a:off x="6225418" y="4078224"/>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 name="Owal 22">
            <a:extLst>
              <a:ext uri="{FF2B5EF4-FFF2-40B4-BE49-F238E27FC236}">
                <a16:creationId xmlns:a16="http://schemas.microsoft.com/office/drawing/2014/main" id="{45D1C3C8-F69F-957A-911A-045A7D2BFD62}"/>
              </a:ext>
            </a:extLst>
          </p:cNvPr>
          <p:cNvSpPr/>
          <p:nvPr/>
        </p:nvSpPr>
        <p:spPr>
          <a:xfrm>
            <a:off x="7662580" y="3691982"/>
            <a:ext cx="118872" cy="118871"/>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Owal 23">
            <a:extLst>
              <a:ext uri="{FF2B5EF4-FFF2-40B4-BE49-F238E27FC236}">
                <a16:creationId xmlns:a16="http://schemas.microsoft.com/office/drawing/2014/main" id="{A1701202-775C-9F85-CFFC-DFA0FA1E7D30}"/>
              </a:ext>
            </a:extLst>
          </p:cNvPr>
          <p:cNvSpPr/>
          <p:nvPr/>
        </p:nvSpPr>
        <p:spPr>
          <a:xfrm>
            <a:off x="8821582" y="3354019"/>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Trójkąt równoramienny 24">
            <a:extLst>
              <a:ext uri="{FF2B5EF4-FFF2-40B4-BE49-F238E27FC236}">
                <a16:creationId xmlns:a16="http://schemas.microsoft.com/office/drawing/2014/main" id="{4696557C-DAE4-B4CE-4139-47D15FFD45A6}"/>
              </a:ext>
            </a:extLst>
          </p:cNvPr>
          <p:cNvSpPr/>
          <p:nvPr/>
        </p:nvSpPr>
        <p:spPr>
          <a:xfrm>
            <a:off x="7662580" y="4778289"/>
            <a:ext cx="164593" cy="146303"/>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6" name="Trójkąt równoramienny 25">
            <a:extLst>
              <a:ext uri="{FF2B5EF4-FFF2-40B4-BE49-F238E27FC236}">
                <a16:creationId xmlns:a16="http://schemas.microsoft.com/office/drawing/2014/main" id="{5C116396-5C63-6D0C-4B45-E18393511526}"/>
              </a:ext>
            </a:extLst>
          </p:cNvPr>
          <p:cNvSpPr/>
          <p:nvPr/>
        </p:nvSpPr>
        <p:spPr>
          <a:xfrm>
            <a:off x="7894381" y="4778289"/>
            <a:ext cx="164592" cy="146303"/>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Trójkąt równoramienny 26">
            <a:extLst>
              <a:ext uri="{FF2B5EF4-FFF2-40B4-BE49-F238E27FC236}">
                <a16:creationId xmlns:a16="http://schemas.microsoft.com/office/drawing/2014/main" id="{1960B4A3-E9DB-2ECD-6693-7E9F14524B0E}"/>
              </a:ext>
            </a:extLst>
          </p:cNvPr>
          <p:cNvSpPr/>
          <p:nvPr/>
        </p:nvSpPr>
        <p:spPr>
          <a:xfrm>
            <a:off x="8126182" y="4778289"/>
            <a:ext cx="164592" cy="146303"/>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pole tekstowe 27">
            <a:extLst>
              <a:ext uri="{FF2B5EF4-FFF2-40B4-BE49-F238E27FC236}">
                <a16:creationId xmlns:a16="http://schemas.microsoft.com/office/drawing/2014/main" id="{692DD3F8-6B26-644B-0D79-1FFDC3354EDE}"/>
              </a:ext>
            </a:extLst>
          </p:cNvPr>
          <p:cNvSpPr txBox="1"/>
          <p:nvPr/>
        </p:nvSpPr>
        <p:spPr>
          <a:xfrm>
            <a:off x="987552" y="5608673"/>
            <a:ext cx="3017520" cy="292388"/>
          </a:xfrm>
          <a:prstGeom prst="rect">
            <a:avLst/>
          </a:prstGeom>
          <a:noFill/>
        </p:spPr>
        <p:txBody>
          <a:bodyPr vert="horz" wrap="square" lIns="0" tIns="0" rIns="0" bIns="0" rtlCol="0" anchor="ctr">
            <a:spAutoFit/>
          </a:bodyPr>
          <a:lstStyle/>
          <a:p>
            <a:pPr algn="ctr"/>
            <a:r>
              <a:rPr lang="pl-PL" sz="1900" b="1">
                <a:solidFill>
                  <a:srgbClr val="39B6A3"/>
                </a:solidFill>
                <a:latin typeface="Aptos" panose="020B0004020202020204" pitchFamily="34" charset="0"/>
              </a:rPr>
              <a:t>No installation needed.</a:t>
            </a:r>
          </a:p>
        </p:txBody>
      </p:sp>
    </p:spTree>
    <p:extLst>
      <p:ext uri="{BB962C8B-B14F-4D97-AF65-F5344CB8AC3E}">
        <p14:creationId xmlns:p14="http://schemas.microsoft.com/office/powerpoint/2010/main" val="68433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91A9A011-F486-9D11-426E-729166F5C50A}"/>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Three parts make the game easy to follow.</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7C8D1F29-9CF8-7B04-90A7-C271490032F8}"/>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Prostokąt: zaokrąglone rogi 3">
            <a:extLst>
              <a:ext uri="{FF2B5EF4-FFF2-40B4-BE49-F238E27FC236}">
                <a16:creationId xmlns:a16="http://schemas.microsoft.com/office/drawing/2014/main" id="{24861A5F-4938-089C-00F7-CF786E19FECA}"/>
              </a:ext>
            </a:extLst>
          </p:cNvPr>
          <p:cNvSpPr/>
          <p:nvPr/>
        </p:nvSpPr>
        <p:spPr>
          <a:xfrm>
            <a:off x="1005840" y="1874520"/>
            <a:ext cx="2971800" cy="3840480"/>
          </a:xfrm>
          <a:prstGeom prst="roundRect">
            <a:avLst/>
          </a:prstGeom>
          <a:solidFill>
            <a:srgbClr val="FFFFFF"/>
          </a:solidFill>
          <a:ln w="12700">
            <a:solidFill>
              <a:srgbClr val="E0E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Trójkąt równoramienny 4">
            <a:extLst>
              <a:ext uri="{FF2B5EF4-FFF2-40B4-BE49-F238E27FC236}">
                <a16:creationId xmlns:a16="http://schemas.microsoft.com/office/drawing/2014/main" id="{40A6DD1A-8945-2E39-D5DF-5A4A41067DA0}"/>
              </a:ext>
            </a:extLst>
          </p:cNvPr>
          <p:cNvSpPr/>
          <p:nvPr/>
        </p:nvSpPr>
        <p:spPr>
          <a:xfrm>
            <a:off x="2162556" y="2313432"/>
            <a:ext cx="658368" cy="658368"/>
          </a:xfrm>
          <a:prstGeom prst="triangle">
            <a:avLst/>
          </a:prstGeom>
          <a:solidFill>
            <a:srgbClr val="78B9EB"/>
          </a:solidFill>
          <a:ln w="12700">
            <a:solidFill>
              <a:srgbClr val="78B9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pole tekstowe 5">
            <a:extLst>
              <a:ext uri="{FF2B5EF4-FFF2-40B4-BE49-F238E27FC236}">
                <a16:creationId xmlns:a16="http://schemas.microsoft.com/office/drawing/2014/main" id="{94E9B75E-4800-A642-1753-0B5E305C0384}"/>
              </a:ext>
            </a:extLst>
          </p:cNvPr>
          <p:cNvSpPr txBox="1"/>
          <p:nvPr/>
        </p:nvSpPr>
        <p:spPr>
          <a:xfrm>
            <a:off x="1097280" y="4979186"/>
            <a:ext cx="2788920" cy="307777"/>
          </a:xfrm>
          <a:prstGeom prst="rect">
            <a:avLst/>
          </a:prstGeom>
          <a:noFill/>
        </p:spPr>
        <p:txBody>
          <a:bodyPr vert="horz" wrap="square" lIns="0" tIns="0" rIns="0" bIns="0" rtlCol="0" anchor="ctr">
            <a:spAutoFit/>
          </a:bodyPr>
          <a:lstStyle/>
          <a:p>
            <a:pPr algn="ctr"/>
            <a:r>
              <a:rPr lang="pl-PL" sz="2000" b="1">
                <a:solidFill>
                  <a:srgbClr val="1E2A44"/>
                </a:solidFill>
                <a:latin typeface="Aptos" panose="020B0004020202020204" pitchFamily="34" charset="0"/>
              </a:rPr>
              <a:t>Levels</a:t>
            </a:r>
          </a:p>
        </p:txBody>
      </p:sp>
      <p:sp>
        <p:nvSpPr>
          <p:cNvPr id="7" name="Prostokąt: zaokrąglone rogi 6">
            <a:extLst>
              <a:ext uri="{FF2B5EF4-FFF2-40B4-BE49-F238E27FC236}">
                <a16:creationId xmlns:a16="http://schemas.microsoft.com/office/drawing/2014/main" id="{5B6B70D7-9159-5072-7B9E-D59A6E4EE0A0}"/>
              </a:ext>
            </a:extLst>
          </p:cNvPr>
          <p:cNvSpPr/>
          <p:nvPr/>
        </p:nvSpPr>
        <p:spPr>
          <a:xfrm>
            <a:off x="4617720" y="1874520"/>
            <a:ext cx="2971800" cy="3840480"/>
          </a:xfrm>
          <a:prstGeom prst="roundRect">
            <a:avLst/>
          </a:prstGeom>
          <a:solidFill>
            <a:srgbClr val="FFFFFF"/>
          </a:solidFill>
          <a:ln w="12700">
            <a:solidFill>
              <a:srgbClr val="E0E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Owal 7">
            <a:extLst>
              <a:ext uri="{FF2B5EF4-FFF2-40B4-BE49-F238E27FC236}">
                <a16:creationId xmlns:a16="http://schemas.microsoft.com/office/drawing/2014/main" id="{58D3B101-79DE-D9B8-5739-3093B8AF8847}"/>
              </a:ext>
            </a:extLst>
          </p:cNvPr>
          <p:cNvSpPr/>
          <p:nvPr/>
        </p:nvSpPr>
        <p:spPr>
          <a:xfrm>
            <a:off x="5774436" y="2313432"/>
            <a:ext cx="658368" cy="658368"/>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pole tekstowe 8">
            <a:extLst>
              <a:ext uri="{FF2B5EF4-FFF2-40B4-BE49-F238E27FC236}">
                <a16:creationId xmlns:a16="http://schemas.microsoft.com/office/drawing/2014/main" id="{4C382D8A-7C66-EA00-C64F-4E3DFA0AB4B2}"/>
              </a:ext>
            </a:extLst>
          </p:cNvPr>
          <p:cNvSpPr txBox="1"/>
          <p:nvPr/>
        </p:nvSpPr>
        <p:spPr>
          <a:xfrm>
            <a:off x="4709160" y="4979186"/>
            <a:ext cx="2788920" cy="307777"/>
          </a:xfrm>
          <a:prstGeom prst="rect">
            <a:avLst/>
          </a:prstGeom>
          <a:noFill/>
        </p:spPr>
        <p:txBody>
          <a:bodyPr vert="horz" wrap="square" lIns="0" tIns="0" rIns="0" bIns="0" rtlCol="0" anchor="ctr">
            <a:spAutoFit/>
          </a:bodyPr>
          <a:lstStyle/>
          <a:p>
            <a:pPr algn="ctr"/>
            <a:r>
              <a:rPr lang="pl-PL" sz="2000" b="1">
                <a:solidFill>
                  <a:srgbClr val="1E2A44"/>
                </a:solidFill>
                <a:latin typeface="Aptos" panose="020B0004020202020204" pitchFamily="34" charset="0"/>
              </a:rPr>
              <a:t>Gameplay</a:t>
            </a:r>
          </a:p>
        </p:txBody>
      </p:sp>
      <p:sp>
        <p:nvSpPr>
          <p:cNvPr id="10" name="Prostokąt: zaokrąglone rogi 9">
            <a:extLst>
              <a:ext uri="{FF2B5EF4-FFF2-40B4-BE49-F238E27FC236}">
                <a16:creationId xmlns:a16="http://schemas.microsoft.com/office/drawing/2014/main" id="{4D351A3E-39DB-98BA-DFDB-43FB0E9A8B3D}"/>
              </a:ext>
            </a:extLst>
          </p:cNvPr>
          <p:cNvSpPr/>
          <p:nvPr/>
        </p:nvSpPr>
        <p:spPr>
          <a:xfrm>
            <a:off x="8229600" y="1874520"/>
            <a:ext cx="2971800" cy="3840480"/>
          </a:xfrm>
          <a:prstGeom prst="roundRect">
            <a:avLst/>
          </a:prstGeom>
          <a:solidFill>
            <a:srgbClr val="FFFFFF"/>
          </a:solidFill>
          <a:ln w="12700">
            <a:solidFill>
              <a:srgbClr val="E0E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Prostokąt 10">
            <a:extLst>
              <a:ext uri="{FF2B5EF4-FFF2-40B4-BE49-F238E27FC236}">
                <a16:creationId xmlns:a16="http://schemas.microsoft.com/office/drawing/2014/main" id="{1510671B-7D78-0EC1-816D-A9E9F7831681}"/>
              </a:ext>
            </a:extLst>
          </p:cNvPr>
          <p:cNvSpPr/>
          <p:nvPr/>
        </p:nvSpPr>
        <p:spPr>
          <a:xfrm>
            <a:off x="9386316" y="2313432"/>
            <a:ext cx="658369" cy="658368"/>
          </a:xfrm>
          <a:prstGeom prst="rect">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pole tekstowe 11">
            <a:extLst>
              <a:ext uri="{FF2B5EF4-FFF2-40B4-BE49-F238E27FC236}">
                <a16:creationId xmlns:a16="http://schemas.microsoft.com/office/drawing/2014/main" id="{706BC244-0622-48F5-E321-BDC3F33E0BAE}"/>
              </a:ext>
            </a:extLst>
          </p:cNvPr>
          <p:cNvSpPr txBox="1"/>
          <p:nvPr/>
        </p:nvSpPr>
        <p:spPr>
          <a:xfrm>
            <a:off x="8321040" y="4979186"/>
            <a:ext cx="2788920" cy="307777"/>
          </a:xfrm>
          <a:prstGeom prst="rect">
            <a:avLst/>
          </a:prstGeom>
          <a:noFill/>
        </p:spPr>
        <p:txBody>
          <a:bodyPr vert="horz" wrap="square" lIns="0" tIns="0" rIns="0" bIns="0" rtlCol="0" anchor="ctr">
            <a:spAutoFit/>
          </a:bodyPr>
          <a:lstStyle/>
          <a:p>
            <a:pPr algn="ctr"/>
            <a:r>
              <a:rPr lang="pl-PL" sz="2000" b="1">
                <a:solidFill>
                  <a:srgbClr val="1E2A44"/>
                </a:solidFill>
                <a:latin typeface="Aptos" panose="020B0004020202020204" pitchFamily="34" charset="0"/>
              </a:rPr>
              <a:t>Results</a:t>
            </a:r>
          </a:p>
        </p:txBody>
      </p:sp>
    </p:spTree>
    <p:extLst>
      <p:ext uri="{BB962C8B-B14F-4D97-AF65-F5344CB8AC3E}">
        <p14:creationId xmlns:p14="http://schemas.microsoft.com/office/powerpoint/2010/main" val="3932958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5D0BD147-C7B2-EBBF-B566-2FD3FC4B68EA}"/>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You can start playing in three simple steps.</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1059212E-4CAC-EAD8-FF78-43592C846851}"/>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Prostokąt: zaokrąglone rogi 3">
            <a:extLst>
              <a:ext uri="{FF2B5EF4-FFF2-40B4-BE49-F238E27FC236}">
                <a16:creationId xmlns:a16="http://schemas.microsoft.com/office/drawing/2014/main" id="{9D568421-1691-91EE-B534-54BE28B55F7E}"/>
              </a:ext>
            </a:extLst>
          </p:cNvPr>
          <p:cNvSpPr/>
          <p:nvPr/>
        </p:nvSpPr>
        <p:spPr>
          <a:xfrm>
            <a:off x="1051560" y="2148840"/>
            <a:ext cx="2834640" cy="3063240"/>
          </a:xfrm>
          <a:prstGeom prst="roundRect">
            <a:avLst/>
          </a:prstGeom>
          <a:solidFill>
            <a:srgbClr val="FFFFFF"/>
          </a:solidFill>
          <a:ln w="12700">
            <a:solidFill>
              <a:srgbClr val="E0E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Owal 4">
            <a:extLst>
              <a:ext uri="{FF2B5EF4-FFF2-40B4-BE49-F238E27FC236}">
                <a16:creationId xmlns:a16="http://schemas.microsoft.com/office/drawing/2014/main" id="{CC1FCD3F-4BF1-882D-662B-4E314EBDC9C7}"/>
              </a:ext>
            </a:extLst>
          </p:cNvPr>
          <p:cNvSpPr/>
          <p:nvPr/>
        </p:nvSpPr>
        <p:spPr>
          <a:xfrm>
            <a:off x="1947672" y="2514600"/>
            <a:ext cx="1042416" cy="1042416"/>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pole tekstowe 5">
            <a:extLst>
              <a:ext uri="{FF2B5EF4-FFF2-40B4-BE49-F238E27FC236}">
                <a16:creationId xmlns:a16="http://schemas.microsoft.com/office/drawing/2014/main" id="{D2474CA0-514D-9570-A3D4-1BC112FB88D9}"/>
              </a:ext>
            </a:extLst>
          </p:cNvPr>
          <p:cNvSpPr txBox="1"/>
          <p:nvPr/>
        </p:nvSpPr>
        <p:spPr>
          <a:xfrm>
            <a:off x="1947672" y="2512313"/>
            <a:ext cx="1042416" cy="523220"/>
          </a:xfrm>
          <a:prstGeom prst="rect">
            <a:avLst/>
          </a:prstGeom>
          <a:noFill/>
        </p:spPr>
        <p:txBody>
          <a:bodyPr vert="horz" wrap="square" lIns="0" tIns="0" rIns="0" bIns="0" rtlCol="0" anchor="ctr">
            <a:spAutoFit/>
          </a:bodyPr>
          <a:lstStyle/>
          <a:p>
            <a:pPr algn="ctr"/>
            <a:r>
              <a:rPr lang="pl-PL" sz="3400" b="1">
                <a:solidFill>
                  <a:srgbClr val="FFFFFF"/>
                </a:solidFill>
                <a:latin typeface="Aptos" panose="020B0004020202020204" pitchFamily="34" charset="0"/>
              </a:rPr>
              <a:t>1</a:t>
            </a:r>
          </a:p>
        </p:txBody>
      </p:sp>
      <p:sp>
        <p:nvSpPr>
          <p:cNvPr id="7" name="pole tekstowe 6">
            <a:extLst>
              <a:ext uri="{FF2B5EF4-FFF2-40B4-BE49-F238E27FC236}">
                <a16:creationId xmlns:a16="http://schemas.microsoft.com/office/drawing/2014/main" id="{4AE3BF1B-F0BA-7B1E-0F76-BCF5BCAF4B59}"/>
              </a:ext>
            </a:extLst>
          </p:cNvPr>
          <p:cNvSpPr txBox="1"/>
          <p:nvPr/>
        </p:nvSpPr>
        <p:spPr>
          <a:xfrm>
            <a:off x="1234440" y="3904543"/>
            <a:ext cx="2468880" cy="353943"/>
          </a:xfrm>
          <a:prstGeom prst="rect">
            <a:avLst/>
          </a:prstGeom>
          <a:noFill/>
        </p:spPr>
        <p:txBody>
          <a:bodyPr vert="horz" wrap="square" lIns="0" tIns="0" rIns="0" bIns="0" rtlCol="0" anchor="ctr">
            <a:spAutoFit/>
          </a:bodyPr>
          <a:lstStyle/>
          <a:p>
            <a:pPr algn="ctr"/>
            <a:r>
              <a:rPr lang="pl-PL" sz="2300" b="1">
                <a:solidFill>
                  <a:srgbClr val="1E2A44"/>
                </a:solidFill>
                <a:latin typeface="Aptos" panose="020B0004020202020204" pitchFamily="34" charset="0"/>
              </a:rPr>
              <a:t>Choose</a:t>
            </a:r>
          </a:p>
        </p:txBody>
      </p:sp>
      <p:sp>
        <p:nvSpPr>
          <p:cNvPr id="8" name="Prostokąt: zaokrąglone rogi 7">
            <a:extLst>
              <a:ext uri="{FF2B5EF4-FFF2-40B4-BE49-F238E27FC236}">
                <a16:creationId xmlns:a16="http://schemas.microsoft.com/office/drawing/2014/main" id="{4F355BF4-85BC-06F0-EF48-83F57CF22FE8}"/>
              </a:ext>
            </a:extLst>
          </p:cNvPr>
          <p:cNvSpPr/>
          <p:nvPr/>
        </p:nvSpPr>
        <p:spPr>
          <a:xfrm>
            <a:off x="4617720" y="2148840"/>
            <a:ext cx="2834640" cy="3063240"/>
          </a:xfrm>
          <a:prstGeom prst="roundRect">
            <a:avLst/>
          </a:prstGeom>
          <a:solidFill>
            <a:srgbClr val="FFFFFF"/>
          </a:solidFill>
          <a:ln w="12700">
            <a:solidFill>
              <a:srgbClr val="E0E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Owal 8">
            <a:extLst>
              <a:ext uri="{FF2B5EF4-FFF2-40B4-BE49-F238E27FC236}">
                <a16:creationId xmlns:a16="http://schemas.microsoft.com/office/drawing/2014/main" id="{C5981AE9-23E9-2327-2544-6E076A5D60E0}"/>
              </a:ext>
            </a:extLst>
          </p:cNvPr>
          <p:cNvSpPr/>
          <p:nvPr/>
        </p:nvSpPr>
        <p:spPr>
          <a:xfrm>
            <a:off x="5513832" y="2514600"/>
            <a:ext cx="1042416" cy="1042416"/>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pole tekstowe 9">
            <a:extLst>
              <a:ext uri="{FF2B5EF4-FFF2-40B4-BE49-F238E27FC236}">
                <a16:creationId xmlns:a16="http://schemas.microsoft.com/office/drawing/2014/main" id="{3BA4E09B-F734-3477-E4E5-CA0B2C77125F}"/>
              </a:ext>
            </a:extLst>
          </p:cNvPr>
          <p:cNvSpPr txBox="1"/>
          <p:nvPr/>
        </p:nvSpPr>
        <p:spPr>
          <a:xfrm>
            <a:off x="5513832" y="2512313"/>
            <a:ext cx="1042416" cy="523220"/>
          </a:xfrm>
          <a:prstGeom prst="rect">
            <a:avLst/>
          </a:prstGeom>
          <a:noFill/>
        </p:spPr>
        <p:txBody>
          <a:bodyPr vert="horz" wrap="square" lIns="0" tIns="0" rIns="0" bIns="0" rtlCol="0" anchor="ctr">
            <a:spAutoFit/>
          </a:bodyPr>
          <a:lstStyle/>
          <a:p>
            <a:pPr algn="ctr"/>
            <a:r>
              <a:rPr lang="pl-PL" sz="3400" b="1">
                <a:solidFill>
                  <a:srgbClr val="FFFFFF"/>
                </a:solidFill>
                <a:latin typeface="Aptos" panose="020B0004020202020204" pitchFamily="34" charset="0"/>
              </a:rPr>
              <a:t>2</a:t>
            </a:r>
          </a:p>
        </p:txBody>
      </p:sp>
      <p:sp>
        <p:nvSpPr>
          <p:cNvPr id="11" name="pole tekstowe 10">
            <a:extLst>
              <a:ext uri="{FF2B5EF4-FFF2-40B4-BE49-F238E27FC236}">
                <a16:creationId xmlns:a16="http://schemas.microsoft.com/office/drawing/2014/main" id="{2B3F291D-210A-95AD-D89A-ED3302142B27}"/>
              </a:ext>
            </a:extLst>
          </p:cNvPr>
          <p:cNvSpPr txBox="1"/>
          <p:nvPr/>
        </p:nvSpPr>
        <p:spPr>
          <a:xfrm>
            <a:off x="4800600" y="3904543"/>
            <a:ext cx="2468880" cy="353943"/>
          </a:xfrm>
          <a:prstGeom prst="rect">
            <a:avLst/>
          </a:prstGeom>
          <a:noFill/>
        </p:spPr>
        <p:txBody>
          <a:bodyPr vert="horz" wrap="square" lIns="0" tIns="0" rIns="0" bIns="0" rtlCol="0" anchor="ctr">
            <a:spAutoFit/>
          </a:bodyPr>
          <a:lstStyle/>
          <a:p>
            <a:pPr algn="ctr"/>
            <a:r>
              <a:rPr lang="pl-PL" sz="2300" b="1">
                <a:solidFill>
                  <a:srgbClr val="1E2A44"/>
                </a:solidFill>
                <a:latin typeface="Aptos" panose="020B0004020202020204" pitchFamily="34" charset="0"/>
              </a:rPr>
              <a:t>Start</a:t>
            </a:r>
          </a:p>
        </p:txBody>
      </p:sp>
      <p:sp>
        <p:nvSpPr>
          <p:cNvPr id="12" name="Prostokąt: zaokrąglone rogi 11">
            <a:extLst>
              <a:ext uri="{FF2B5EF4-FFF2-40B4-BE49-F238E27FC236}">
                <a16:creationId xmlns:a16="http://schemas.microsoft.com/office/drawing/2014/main" id="{D516CF00-4D4E-9185-E535-D4C2EABF6AB6}"/>
              </a:ext>
            </a:extLst>
          </p:cNvPr>
          <p:cNvSpPr/>
          <p:nvPr/>
        </p:nvSpPr>
        <p:spPr>
          <a:xfrm>
            <a:off x="8183880" y="2148840"/>
            <a:ext cx="2834640" cy="3063240"/>
          </a:xfrm>
          <a:prstGeom prst="roundRect">
            <a:avLst/>
          </a:prstGeom>
          <a:solidFill>
            <a:srgbClr val="FFFFFF"/>
          </a:solidFill>
          <a:ln w="12700">
            <a:solidFill>
              <a:srgbClr val="E0E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Owal 12">
            <a:extLst>
              <a:ext uri="{FF2B5EF4-FFF2-40B4-BE49-F238E27FC236}">
                <a16:creationId xmlns:a16="http://schemas.microsoft.com/office/drawing/2014/main" id="{DB72A3CA-AB48-3824-3849-72D0E5B10B7E}"/>
              </a:ext>
            </a:extLst>
          </p:cNvPr>
          <p:cNvSpPr/>
          <p:nvPr/>
        </p:nvSpPr>
        <p:spPr>
          <a:xfrm>
            <a:off x="9079992" y="2514600"/>
            <a:ext cx="1042416" cy="1042416"/>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ole tekstowe 13">
            <a:extLst>
              <a:ext uri="{FF2B5EF4-FFF2-40B4-BE49-F238E27FC236}">
                <a16:creationId xmlns:a16="http://schemas.microsoft.com/office/drawing/2014/main" id="{A601C723-66B3-7B91-C79A-174C7089FF46}"/>
              </a:ext>
            </a:extLst>
          </p:cNvPr>
          <p:cNvSpPr txBox="1"/>
          <p:nvPr/>
        </p:nvSpPr>
        <p:spPr>
          <a:xfrm>
            <a:off x="9079992" y="2512313"/>
            <a:ext cx="1042416" cy="523220"/>
          </a:xfrm>
          <a:prstGeom prst="rect">
            <a:avLst/>
          </a:prstGeom>
          <a:noFill/>
        </p:spPr>
        <p:txBody>
          <a:bodyPr vert="horz" wrap="square" lIns="0" tIns="0" rIns="0" bIns="0" rtlCol="0" anchor="ctr">
            <a:spAutoFit/>
          </a:bodyPr>
          <a:lstStyle/>
          <a:p>
            <a:pPr algn="ctr"/>
            <a:r>
              <a:rPr lang="pl-PL" sz="3400" b="1">
                <a:solidFill>
                  <a:srgbClr val="FFFFFF"/>
                </a:solidFill>
                <a:latin typeface="Aptos" panose="020B0004020202020204" pitchFamily="34" charset="0"/>
              </a:rPr>
              <a:t>3</a:t>
            </a:r>
          </a:p>
        </p:txBody>
      </p:sp>
      <p:sp>
        <p:nvSpPr>
          <p:cNvPr id="15" name="pole tekstowe 14">
            <a:extLst>
              <a:ext uri="{FF2B5EF4-FFF2-40B4-BE49-F238E27FC236}">
                <a16:creationId xmlns:a16="http://schemas.microsoft.com/office/drawing/2014/main" id="{956EFC73-E384-2B8B-FFF8-9FC9197DC385}"/>
              </a:ext>
            </a:extLst>
          </p:cNvPr>
          <p:cNvSpPr txBox="1"/>
          <p:nvPr/>
        </p:nvSpPr>
        <p:spPr>
          <a:xfrm>
            <a:off x="8366760" y="3904543"/>
            <a:ext cx="2468880" cy="353943"/>
          </a:xfrm>
          <a:prstGeom prst="rect">
            <a:avLst/>
          </a:prstGeom>
          <a:noFill/>
        </p:spPr>
        <p:txBody>
          <a:bodyPr vert="horz" wrap="square" lIns="0" tIns="0" rIns="0" bIns="0" rtlCol="0" anchor="ctr">
            <a:spAutoFit/>
          </a:bodyPr>
          <a:lstStyle/>
          <a:p>
            <a:pPr algn="ctr"/>
            <a:r>
              <a:rPr lang="pl-PL" sz="2300" b="1">
                <a:solidFill>
                  <a:srgbClr val="1E2A44"/>
                </a:solidFill>
                <a:latin typeface="Aptos" panose="020B0004020202020204" pitchFamily="34" charset="0"/>
              </a:rPr>
              <a:t>Jump</a:t>
            </a:r>
          </a:p>
        </p:txBody>
      </p:sp>
    </p:spTree>
    <p:extLst>
      <p:ext uri="{BB962C8B-B14F-4D97-AF65-F5344CB8AC3E}">
        <p14:creationId xmlns:p14="http://schemas.microsoft.com/office/powerpoint/2010/main" val="282365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2C61F138-76D5-0086-52FD-21C52888A161}"/>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The game controls are easy to find and use.</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19C79E30-03EE-D9C4-5A53-39A0408BF8B7}"/>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Prostokąt: zaokrąglone rogi 3">
            <a:extLst>
              <a:ext uri="{FF2B5EF4-FFF2-40B4-BE49-F238E27FC236}">
                <a16:creationId xmlns:a16="http://schemas.microsoft.com/office/drawing/2014/main" id="{69D77354-D2D5-92AB-4615-B13C2E72E49F}"/>
              </a:ext>
            </a:extLst>
          </p:cNvPr>
          <p:cNvSpPr/>
          <p:nvPr/>
        </p:nvSpPr>
        <p:spPr>
          <a:xfrm>
            <a:off x="777240" y="1874520"/>
            <a:ext cx="7315200" cy="416052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Prostokąt 4">
            <a:extLst>
              <a:ext uri="{FF2B5EF4-FFF2-40B4-BE49-F238E27FC236}">
                <a16:creationId xmlns:a16="http://schemas.microsoft.com/office/drawing/2014/main" id="{EB03D61A-FEAF-2654-7113-E6D7E30227F6}"/>
              </a:ext>
            </a:extLst>
          </p:cNvPr>
          <p:cNvSpPr/>
          <p:nvPr/>
        </p:nvSpPr>
        <p:spPr>
          <a:xfrm>
            <a:off x="905256" y="2002536"/>
            <a:ext cx="7059168" cy="182880"/>
          </a:xfrm>
          <a:prstGeom prst="rect">
            <a:avLst/>
          </a:prstGeom>
          <a:solidFill>
            <a:srgbClr val="1E2A44"/>
          </a:solidFill>
          <a:ln w="12700">
            <a:solidFill>
              <a:srgbClr val="1E2A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Owal 5">
            <a:extLst>
              <a:ext uri="{FF2B5EF4-FFF2-40B4-BE49-F238E27FC236}">
                <a16:creationId xmlns:a16="http://schemas.microsoft.com/office/drawing/2014/main" id="{0F639842-32A9-1F52-D137-F50A21075DD9}"/>
              </a:ext>
            </a:extLst>
          </p:cNvPr>
          <p:cNvSpPr/>
          <p:nvPr/>
        </p:nvSpPr>
        <p:spPr>
          <a:xfrm>
            <a:off x="996696" y="2061972"/>
            <a:ext cx="50292" cy="50292"/>
          </a:xfrm>
          <a:prstGeom prst="ellips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Owal 6">
            <a:extLst>
              <a:ext uri="{FF2B5EF4-FFF2-40B4-BE49-F238E27FC236}">
                <a16:creationId xmlns:a16="http://schemas.microsoft.com/office/drawing/2014/main" id="{2BE493E1-9024-16B6-3DD4-3A482065D20D}"/>
              </a:ext>
            </a:extLst>
          </p:cNvPr>
          <p:cNvSpPr/>
          <p:nvPr/>
        </p:nvSpPr>
        <p:spPr>
          <a:xfrm>
            <a:off x="1124712" y="2061972"/>
            <a:ext cx="50292" cy="5029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Owal 7">
            <a:extLst>
              <a:ext uri="{FF2B5EF4-FFF2-40B4-BE49-F238E27FC236}">
                <a16:creationId xmlns:a16="http://schemas.microsoft.com/office/drawing/2014/main" id="{ABC177EF-970C-8A6F-3FF5-ECEECE664B9E}"/>
              </a:ext>
            </a:extLst>
          </p:cNvPr>
          <p:cNvSpPr/>
          <p:nvPr/>
        </p:nvSpPr>
        <p:spPr>
          <a:xfrm>
            <a:off x="1252728" y="2061972"/>
            <a:ext cx="50292" cy="50292"/>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Prostokąt 8">
            <a:extLst>
              <a:ext uri="{FF2B5EF4-FFF2-40B4-BE49-F238E27FC236}">
                <a16:creationId xmlns:a16="http://schemas.microsoft.com/office/drawing/2014/main" id="{9FB0CBFF-B632-1625-3CE9-6A88B8421C04}"/>
              </a:ext>
            </a:extLst>
          </p:cNvPr>
          <p:cNvSpPr/>
          <p:nvPr/>
        </p:nvSpPr>
        <p:spPr>
          <a:xfrm>
            <a:off x="905256" y="2258568"/>
            <a:ext cx="7059168" cy="3648456"/>
          </a:xfrm>
          <a:prstGeom prst="rect">
            <a:avLst/>
          </a:prstGeom>
          <a:solidFill>
            <a:srgbClr val="78B9EB"/>
          </a:solidFill>
          <a:ln w="12700">
            <a:solidFill>
              <a:srgbClr val="78B9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Prostokąt 9">
            <a:extLst>
              <a:ext uri="{FF2B5EF4-FFF2-40B4-BE49-F238E27FC236}">
                <a16:creationId xmlns:a16="http://schemas.microsoft.com/office/drawing/2014/main" id="{4EAC1CC8-9FC7-A08F-A5B9-91C4E9F441D6}"/>
              </a:ext>
            </a:extLst>
          </p:cNvPr>
          <p:cNvSpPr/>
          <p:nvPr/>
        </p:nvSpPr>
        <p:spPr>
          <a:xfrm>
            <a:off x="905256" y="5286787"/>
            <a:ext cx="7059168" cy="620237"/>
          </a:xfrm>
          <a:prstGeom prst="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Prostokąt 10">
            <a:extLst>
              <a:ext uri="{FF2B5EF4-FFF2-40B4-BE49-F238E27FC236}">
                <a16:creationId xmlns:a16="http://schemas.microsoft.com/office/drawing/2014/main" id="{2F23E294-800B-10D0-DD41-5844B4DB3C91}"/>
              </a:ext>
            </a:extLst>
          </p:cNvPr>
          <p:cNvSpPr/>
          <p:nvPr/>
        </p:nvSpPr>
        <p:spPr>
          <a:xfrm>
            <a:off x="1752356" y="4739518"/>
            <a:ext cx="1411834"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Prostokąt 11">
            <a:extLst>
              <a:ext uri="{FF2B5EF4-FFF2-40B4-BE49-F238E27FC236}">
                <a16:creationId xmlns:a16="http://schemas.microsoft.com/office/drawing/2014/main" id="{3FF55B20-8814-EE46-2219-7B41CC53124A}"/>
              </a:ext>
            </a:extLst>
          </p:cNvPr>
          <p:cNvSpPr/>
          <p:nvPr/>
        </p:nvSpPr>
        <p:spPr>
          <a:xfrm>
            <a:off x="3940698" y="4192250"/>
            <a:ext cx="1411834"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rostokąt 12">
            <a:extLst>
              <a:ext uri="{FF2B5EF4-FFF2-40B4-BE49-F238E27FC236}">
                <a16:creationId xmlns:a16="http://schemas.microsoft.com/office/drawing/2014/main" id="{581CE597-E044-7B8B-F6AA-9E8E6A1AD72A}"/>
              </a:ext>
            </a:extLst>
          </p:cNvPr>
          <p:cNvSpPr/>
          <p:nvPr/>
        </p:nvSpPr>
        <p:spPr>
          <a:xfrm>
            <a:off x="5987857" y="3644981"/>
            <a:ext cx="1200059" cy="100585"/>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rostokąt: zaokrąglone rogi 13">
            <a:extLst>
              <a:ext uri="{FF2B5EF4-FFF2-40B4-BE49-F238E27FC236}">
                <a16:creationId xmlns:a16="http://schemas.microsoft.com/office/drawing/2014/main" id="{7707E6A2-586A-B27A-2247-C436059EA3D0}"/>
              </a:ext>
            </a:extLst>
          </p:cNvPr>
          <p:cNvSpPr/>
          <p:nvPr/>
        </p:nvSpPr>
        <p:spPr>
          <a:xfrm>
            <a:off x="2317090" y="4538853"/>
            <a:ext cx="1411833"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Prostokąt: zaokrąglone rogi 14">
            <a:extLst>
              <a:ext uri="{FF2B5EF4-FFF2-40B4-BE49-F238E27FC236}">
                <a16:creationId xmlns:a16="http://schemas.microsoft.com/office/drawing/2014/main" id="{F7C2506D-32DB-68A7-DB93-EF990E2909B8}"/>
              </a:ext>
            </a:extLst>
          </p:cNvPr>
          <p:cNvSpPr/>
          <p:nvPr/>
        </p:nvSpPr>
        <p:spPr>
          <a:xfrm>
            <a:off x="4505432" y="3991585"/>
            <a:ext cx="1411833"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Prostokąt: zaokrąglone rogi 15">
            <a:extLst>
              <a:ext uri="{FF2B5EF4-FFF2-40B4-BE49-F238E27FC236}">
                <a16:creationId xmlns:a16="http://schemas.microsoft.com/office/drawing/2014/main" id="{C63FBF34-89D3-60A2-CDFE-5F3430EDA1E9}"/>
              </a:ext>
            </a:extLst>
          </p:cNvPr>
          <p:cNvSpPr/>
          <p:nvPr/>
        </p:nvSpPr>
        <p:spPr>
          <a:xfrm>
            <a:off x="6481999" y="3444316"/>
            <a:ext cx="1200058"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 name="Prostokąt: zaokrąglone rogi 16">
            <a:extLst>
              <a:ext uri="{FF2B5EF4-FFF2-40B4-BE49-F238E27FC236}">
                <a16:creationId xmlns:a16="http://schemas.microsoft.com/office/drawing/2014/main" id="{7EFC68BC-9A8B-2440-BC38-E696079AFAAC}"/>
              </a:ext>
            </a:extLst>
          </p:cNvPr>
          <p:cNvSpPr/>
          <p:nvPr/>
        </p:nvSpPr>
        <p:spPr>
          <a:xfrm>
            <a:off x="1752356" y="4812487"/>
            <a:ext cx="388254" cy="547269"/>
          </a:xfrm>
          <a:prstGeom prst="roundRect">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Owal 17">
            <a:extLst>
              <a:ext uri="{FF2B5EF4-FFF2-40B4-BE49-F238E27FC236}">
                <a16:creationId xmlns:a16="http://schemas.microsoft.com/office/drawing/2014/main" id="{BEB6EE5B-7F60-7410-223B-7A0D0D65D456}"/>
              </a:ext>
            </a:extLst>
          </p:cNvPr>
          <p:cNvSpPr/>
          <p:nvPr/>
        </p:nvSpPr>
        <p:spPr>
          <a:xfrm>
            <a:off x="2013545" y="4976668"/>
            <a:ext cx="32004" cy="32003"/>
          </a:xfrm>
          <a:prstGeom prst="ellipse">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Owal 18">
            <a:extLst>
              <a:ext uri="{FF2B5EF4-FFF2-40B4-BE49-F238E27FC236}">
                <a16:creationId xmlns:a16="http://schemas.microsoft.com/office/drawing/2014/main" id="{E4EA9202-7470-E9D7-69E2-E0D16F978828}"/>
              </a:ext>
            </a:extLst>
          </p:cNvPr>
          <p:cNvSpPr/>
          <p:nvPr/>
        </p:nvSpPr>
        <p:spPr>
          <a:xfrm>
            <a:off x="2740640" y="4082796"/>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Owal 19">
            <a:extLst>
              <a:ext uri="{FF2B5EF4-FFF2-40B4-BE49-F238E27FC236}">
                <a16:creationId xmlns:a16="http://schemas.microsoft.com/office/drawing/2014/main" id="{4AF2C224-A96B-1344-4F5A-A35B650E6F3F}"/>
              </a:ext>
            </a:extLst>
          </p:cNvPr>
          <p:cNvSpPr/>
          <p:nvPr/>
        </p:nvSpPr>
        <p:spPr>
          <a:xfrm>
            <a:off x="4928982" y="3499043"/>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Owal 20">
            <a:extLst>
              <a:ext uri="{FF2B5EF4-FFF2-40B4-BE49-F238E27FC236}">
                <a16:creationId xmlns:a16="http://schemas.microsoft.com/office/drawing/2014/main" id="{E10AFA77-DD88-A2EC-E1E3-B8E213433798}"/>
              </a:ext>
            </a:extLst>
          </p:cNvPr>
          <p:cNvSpPr/>
          <p:nvPr/>
        </p:nvSpPr>
        <p:spPr>
          <a:xfrm>
            <a:off x="6693774" y="2988259"/>
            <a:ext cx="118871"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Trójkąt równoramienny 21">
            <a:extLst>
              <a:ext uri="{FF2B5EF4-FFF2-40B4-BE49-F238E27FC236}">
                <a16:creationId xmlns:a16="http://schemas.microsoft.com/office/drawing/2014/main" id="{43371DE5-B9FC-AC6C-3FBF-168CC84C5BA6}"/>
              </a:ext>
            </a:extLst>
          </p:cNvPr>
          <p:cNvSpPr/>
          <p:nvPr/>
        </p:nvSpPr>
        <p:spPr>
          <a:xfrm>
            <a:off x="4928982" y="5140848"/>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 name="Trójkąt równoramienny 22">
            <a:extLst>
              <a:ext uri="{FF2B5EF4-FFF2-40B4-BE49-F238E27FC236}">
                <a16:creationId xmlns:a16="http://schemas.microsoft.com/office/drawing/2014/main" id="{D58CAA8C-5FD2-76BA-24EA-C4BA6A0C050A}"/>
              </a:ext>
            </a:extLst>
          </p:cNvPr>
          <p:cNvSpPr/>
          <p:nvPr/>
        </p:nvSpPr>
        <p:spPr>
          <a:xfrm>
            <a:off x="5281940" y="5140848"/>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Trójkąt równoramienny 23">
            <a:extLst>
              <a:ext uri="{FF2B5EF4-FFF2-40B4-BE49-F238E27FC236}">
                <a16:creationId xmlns:a16="http://schemas.microsoft.com/office/drawing/2014/main" id="{E53A8EA5-D439-1113-56FE-416050F6FA2B}"/>
              </a:ext>
            </a:extLst>
          </p:cNvPr>
          <p:cNvSpPr/>
          <p:nvPr/>
        </p:nvSpPr>
        <p:spPr>
          <a:xfrm>
            <a:off x="5634899" y="5140848"/>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Prostokąt: zaokrąglone rogi 24">
            <a:extLst>
              <a:ext uri="{FF2B5EF4-FFF2-40B4-BE49-F238E27FC236}">
                <a16:creationId xmlns:a16="http://schemas.microsoft.com/office/drawing/2014/main" id="{5660DE96-4C3C-7AC7-84A7-7B5DE8713E43}"/>
              </a:ext>
            </a:extLst>
          </p:cNvPr>
          <p:cNvSpPr/>
          <p:nvPr/>
        </p:nvSpPr>
        <p:spPr>
          <a:xfrm>
            <a:off x="8549640" y="2057400"/>
            <a:ext cx="1115568" cy="658368"/>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6" name="pole tekstowe 25">
            <a:extLst>
              <a:ext uri="{FF2B5EF4-FFF2-40B4-BE49-F238E27FC236}">
                <a16:creationId xmlns:a16="http://schemas.microsoft.com/office/drawing/2014/main" id="{54AE9462-4923-7E88-BD49-9268778A8854}"/>
              </a:ext>
            </a:extLst>
          </p:cNvPr>
          <p:cNvSpPr txBox="1"/>
          <p:nvPr/>
        </p:nvSpPr>
        <p:spPr>
          <a:xfrm>
            <a:off x="8595360" y="2119011"/>
            <a:ext cx="1024128" cy="230832"/>
          </a:xfrm>
          <a:prstGeom prst="rect">
            <a:avLst/>
          </a:prstGeom>
          <a:noFill/>
        </p:spPr>
        <p:txBody>
          <a:bodyPr vert="horz" wrap="square" lIns="0" tIns="0" rIns="0" bIns="0" rtlCol="0" anchor="ctr">
            <a:spAutoFit/>
          </a:bodyPr>
          <a:lstStyle/>
          <a:p>
            <a:pPr algn="ctr"/>
            <a:r>
              <a:rPr lang="pl-PL" sz="1500" b="1">
                <a:solidFill>
                  <a:srgbClr val="1E2A44"/>
                </a:solidFill>
                <a:latin typeface="Aptos" panose="020B0004020202020204" pitchFamily="34" charset="0"/>
              </a:rPr>
              <a:t>Menu</a:t>
            </a:r>
          </a:p>
        </p:txBody>
      </p:sp>
      <p:sp>
        <p:nvSpPr>
          <p:cNvPr id="27" name="Prostokąt: zaokrąglone rogi 26">
            <a:extLst>
              <a:ext uri="{FF2B5EF4-FFF2-40B4-BE49-F238E27FC236}">
                <a16:creationId xmlns:a16="http://schemas.microsoft.com/office/drawing/2014/main" id="{273B6688-5FAE-0978-EA3E-239A63CC9C8F}"/>
              </a:ext>
            </a:extLst>
          </p:cNvPr>
          <p:cNvSpPr/>
          <p:nvPr/>
        </p:nvSpPr>
        <p:spPr>
          <a:xfrm>
            <a:off x="9738360" y="2057400"/>
            <a:ext cx="1115568" cy="658368"/>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pole tekstowe 27">
            <a:extLst>
              <a:ext uri="{FF2B5EF4-FFF2-40B4-BE49-F238E27FC236}">
                <a16:creationId xmlns:a16="http://schemas.microsoft.com/office/drawing/2014/main" id="{47E7AAB5-FFDD-A4A8-12AD-F1FD55F47B27}"/>
              </a:ext>
            </a:extLst>
          </p:cNvPr>
          <p:cNvSpPr txBox="1"/>
          <p:nvPr/>
        </p:nvSpPr>
        <p:spPr>
          <a:xfrm>
            <a:off x="9784080" y="2119011"/>
            <a:ext cx="1024128" cy="230832"/>
          </a:xfrm>
          <a:prstGeom prst="rect">
            <a:avLst/>
          </a:prstGeom>
          <a:noFill/>
        </p:spPr>
        <p:txBody>
          <a:bodyPr vert="horz" wrap="square" lIns="0" tIns="0" rIns="0" bIns="0" rtlCol="0" anchor="ctr">
            <a:spAutoFit/>
          </a:bodyPr>
          <a:lstStyle/>
          <a:p>
            <a:pPr algn="ctr"/>
            <a:r>
              <a:rPr lang="pl-PL" sz="1500" b="1">
                <a:solidFill>
                  <a:srgbClr val="1E2A44"/>
                </a:solidFill>
                <a:latin typeface="Aptos" panose="020B0004020202020204" pitchFamily="34" charset="0"/>
              </a:rPr>
              <a:t>Sound</a:t>
            </a:r>
          </a:p>
        </p:txBody>
      </p:sp>
      <p:sp>
        <p:nvSpPr>
          <p:cNvPr id="29" name="Prostokąt: zaokrąglone rogi 28">
            <a:extLst>
              <a:ext uri="{FF2B5EF4-FFF2-40B4-BE49-F238E27FC236}">
                <a16:creationId xmlns:a16="http://schemas.microsoft.com/office/drawing/2014/main" id="{95C4D572-DE24-4ABF-CB89-FA32A8DD1299}"/>
              </a:ext>
            </a:extLst>
          </p:cNvPr>
          <p:cNvSpPr/>
          <p:nvPr/>
        </p:nvSpPr>
        <p:spPr>
          <a:xfrm>
            <a:off x="8549640" y="3063240"/>
            <a:ext cx="1115568" cy="658368"/>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pole tekstowe 29">
            <a:extLst>
              <a:ext uri="{FF2B5EF4-FFF2-40B4-BE49-F238E27FC236}">
                <a16:creationId xmlns:a16="http://schemas.microsoft.com/office/drawing/2014/main" id="{EDBF1AC5-6A89-2BAC-060D-E84B479EC978}"/>
              </a:ext>
            </a:extLst>
          </p:cNvPr>
          <p:cNvSpPr txBox="1"/>
          <p:nvPr/>
        </p:nvSpPr>
        <p:spPr>
          <a:xfrm>
            <a:off x="8595360" y="3124851"/>
            <a:ext cx="1024128" cy="230832"/>
          </a:xfrm>
          <a:prstGeom prst="rect">
            <a:avLst/>
          </a:prstGeom>
          <a:noFill/>
        </p:spPr>
        <p:txBody>
          <a:bodyPr vert="horz" wrap="square" lIns="0" tIns="0" rIns="0" bIns="0" rtlCol="0" anchor="ctr">
            <a:spAutoFit/>
          </a:bodyPr>
          <a:lstStyle/>
          <a:p>
            <a:pPr algn="ctr"/>
            <a:r>
              <a:rPr lang="pl-PL" sz="1500" b="1">
                <a:solidFill>
                  <a:srgbClr val="1E2A44"/>
                </a:solidFill>
                <a:latin typeface="Aptos" panose="020B0004020202020204" pitchFamily="34" charset="0"/>
              </a:rPr>
              <a:t>Look</a:t>
            </a:r>
          </a:p>
        </p:txBody>
      </p:sp>
      <p:sp>
        <p:nvSpPr>
          <p:cNvPr id="31" name="Prostokąt: zaokrąglone rogi 30">
            <a:extLst>
              <a:ext uri="{FF2B5EF4-FFF2-40B4-BE49-F238E27FC236}">
                <a16:creationId xmlns:a16="http://schemas.microsoft.com/office/drawing/2014/main" id="{40A62304-DB0F-B1A6-3815-A5FCA8FA9812}"/>
              </a:ext>
            </a:extLst>
          </p:cNvPr>
          <p:cNvSpPr/>
          <p:nvPr/>
        </p:nvSpPr>
        <p:spPr>
          <a:xfrm>
            <a:off x="9738360" y="3063240"/>
            <a:ext cx="1115568" cy="658368"/>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2" name="pole tekstowe 31">
            <a:extLst>
              <a:ext uri="{FF2B5EF4-FFF2-40B4-BE49-F238E27FC236}">
                <a16:creationId xmlns:a16="http://schemas.microsoft.com/office/drawing/2014/main" id="{56AB18C3-A19A-7E14-A1E3-5B46983AD19F}"/>
              </a:ext>
            </a:extLst>
          </p:cNvPr>
          <p:cNvSpPr txBox="1"/>
          <p:nvPr/>
        </p:nvSpPr>
        <p:spPr>
          <a:xfrm>
            <a:off x="9784080" y="3124851"/>
            <a:ext cx="1024128" cy="230832"/>
          </a:xfrm>
          <a:prstGeom prst="rect">
            <a:avLst/>
          </a:prstGeom>
          <a:noFill/>
        </p:spPr>
        <p:txBody>
          <a:bodyPr vert="horz" wrap="square" lIns="0" tIns="0" rIns="0" bIns="0" rtlCol="0" anchor="ctr">
            <a:spAutoFit/>
          </a:bodyPr>
          <a:lstStyle/>
          <a:p>
            <a:pPr algn="ctr"/>
            <a:r>
              <a:rPr lang="pl-PL" sz="1500" b="1">
                <a:solidFill>
                  <a:srgbClr val="1E2A44"/>
                </a:solidFill>
                <a:latin typeface="Aptos" panose="020B0004020202020204" pitchFamily="34" charset="0"/>
              </a:rPr>
              <a:t>Move</a:t>
            </a:r>
          </a:p>
        </p:txBody>
      </p:sp>
      <p:sp>
        <p:nvSpPr>
          <p:cNvPr id="33" name="Prostokąt: zaokrąglone rogi 32">
            <a:extLst>
              <a:ext uri="{FF2B5EF4-FFF2-40B4-BE49-F238E27FC236}">
                <a16:creationId xmlns:a16="http://schemas.microsoft.com/office/drawing/2014/main" id="{13A519C7-8666-A15A-75D4-0FBEC09F1074}"/>
              </a:ext>
            </a:extLst>
          </p:cNvPr>
          <p:cNvSpPr/>
          <p:nvPr/>
        </p:nvSpPr>
        <p:spPr>
          <a:xfrm>
            <a:off x="9125712" y="4069080"/>
            <a:ext cx="1115568" cy="658368"/>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4" name="pole tekstowe 33">
            <a:extLst>
              <a:ext uri="{FF2B5EF4-FFF2-40B4-BE49-F238E27FC236}">
                <a16:creationId xmlns:a16="http://schemas.microsoft.com/office/drawing/2014/main" id="{928A29A9-42E4-D99B-F863-A0158673EE11}"/>
              </a:ext>
            </a:extLst>
          </p:cNvPr>
          <p:cNvSpPr txBox="1"/>
          <p:nvPr/>
        </p:nvSpPr>
        <p:spPr>
          <a:xfrm>
            <a:off x="9171432" y="4130691"/>
            <a:ext cx="1024128" cy="230832"/>
          </a:xfrm>
          <a:prstGeom prst="rect">
            <a:avLst/>
          </a:prstGeom>
          <a:noFill/>
        </p:spPr>
        <p:txBody>
          <a:bodyPr vert="horz" wrap="square" lIns="0" tIns="0" rIns="0" bIns="0" rtlCol="0" anchor="ctr">
            <a:spAutoFit/>
          </a:bodyPr>
          <a:lstStyle/>
          <a:p>
            <a:pPr algn="ctr"/>
            <a:r>
              <a:rPr lang="pl-PL" sz="1500" b="1">
                <a:solidFill>
                  <a:srgbClr val="1E2A44"/>
                </a:solidFill>
                <a:latin typeface="Aptos" panose="020B0004020202020204" pitchFamily="34" charset="0"/>
              </a:rPr>
              <a:t>Jump</a:t>
            </a:r>
          </a:p>
        </p:txBody>
      </p:sp>
    </p:spTree>
    <p:extLst>
      <p:ext uri="{BB962C8B-B14F-4D97-AF65-F5344CB8AC3E}">
        <p14:creationId xmlns:p14="http://schemas.microsoft.com/office/powerpoint/2010/main" val="1131110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19E5CAC2-F3F0-2454-B6F7-B8A505397DEC}"/>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The game screen shows progress while you play.</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748CF9D4-A4C7-7C0B-D8BB-60102CC558BD}"/>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Prostokąt: zaokrąglone rogi 3">
            <a:extLst>
              <a:ext uri="{FF2B5EF4-FFF2-40B4-BE49-F238E27FC236}">
                <a16:creationId xmlns:a16="http://schemas.microsoft.com/office/drawing/2014/main" id="{D445DFFB-3DE2-1782-E048-9ECA5C6E857C}"/>
              </a:ext>
            </a:extLst>
          </p:cNvPr>
          <p:cNvSpPr/>
          <p:nvPr/>
        </p:nvSpPr>
        <p:spPr>
          <a:xfrm>
            <a:off x="914400" y="1874520"/>
            <a:ext cx="9966960" cy="425196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Prostokąt 4">
            <a:extLst>
              <a:ext uri="{FF2B5EF4-FFF2-40B4-BE49-F238E27FC236}">
                <a16:creationId xmlns:a16="http://schemas.microsoft.com/office/drawing/2014/main" id="{A7E06D0F-0CEF-CBB2-5711-50FD33D653BF}"/>
              </a:ext>
            </a:extLst>
          </p:cNvPr>
          <p:cNvSpPr/>
          <p:nvPr/>
        </p:nvSpPr>
        <p:spPr>
          <a:xfrm>
            <a:off x="1042416" y="2002536"/>
            <a:ext cx="9710928" cy="182880"/>
          </a:xfrm>
          <a:prstGeom prst="rect">
            <a:avLst/>
          </a:prstGeom>
          <a:solidFill>
            <a:srgbClr val="1E2A44"/>
          </a:solidFill>
          <a:ln w="12700">
            <a:solidFill>
              <a:srgbClr val="1E2A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Owal 5">
            <a:extLst>
              <a:ext uri="{FF2B5EF4-FFF2-40B4-BE49-F238E27FC236}">
                <a16:creationId xmlns:a16="http://schemas.microsoft.com/office/drawing/2014/main" id="{BDC242D5-9E32-9A8A-D0BB-5E633294BE3A}"/>
              </a:ext>
            </a:extLst>
          </p:cNvPr>
          <p:cNvSpPr/>
          <p:nvPr/>
        </p:nvSpPr>
        <p:spPr>
          <a:xfrm>
            <a:off x="1133856" y="2061972"/>
            <a:ext cx="50292" cy="50292"/>
          </a:xfrm>
          <a:prstGeom prst="ellips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Owal 6">
            <a:extLst>
              <a:ext uri="{FF2B5EF4-FFF2-40B4-BE49-F238E27FC236}">
                <a16:creationId xmlns:a16="http://schemas.microsoft.com/office/drawing/2014/main" id="{9BDFCCE8-6AD1-F446-EE5E-E1C6D30001DE}"/>
              </a:ext>
            </a:extLst>
          </p:cNvPr>
          <p:cNvSpPr/>
          <p:nvPr/>
        </p:nvSpPr>
        <p:spPr>
          <a:xfrm>
            <a:off x="1261872" y="2061972"/>
            <a:ext cx="50292" cy="5029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Owal 7">
            <a:extLst>
              <a:ext uri="{FF2B5EF4-FFF2-40B4-BE49-F238E27FC236}">
                <a16:creationId xmlns:a16="http://schemas.microsoft.com/office/drawing/2014/main" id="{D17743DE-5D68-B40D-BDE4-F3D9C8A5E83B}"/>
              </a:ext>
            </a:extLst>
          </p:cNvPr>
          <p:cNvSpPr/>
          <p:nvPr/>
        </p:nvSpPr>
        <p:spPr>
          <a:xfrm>
            <a:off x="1389888" y="2061972"/>
            <a:ext cx="50292" cy="50292"/>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Prostokąt 8">
            <a:extLst>
              <a:ext uri="{FF2B5EF4-FFF2-40B4-BE49-F238E27FC236}">
                <a16:creationId xmlns:a16="http://schemas.microsoft.com/office/drawing/2014/main" id="{0D4A0C82-D280-E79C-8708-8480BF4C8046}"/>
              </a:ext>
            </a:extLst>
          </p:cNvPr>
          <p:cNvSpPr/>
          <p:nvPr/>
        </p:nvSpPr>
        <p:spPr>
          <a:xfrm>
            <a:off x="1042416" y="2258568"/>
            <a:ext cx="9710928" cy="3739896"/>
          </a:xfrm>
          <a:prstGeom prst="rect">
            <a:avLst/>
          </a:prstGeom>
          <a:solidFill>
            <a:srgbClr val="78B9EB"/>
          </a:solidFill>
          <a:ln w="12700">
            <a:solidFill>
              <a:srgbClr val="78B9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Prostokąt 9">
            <a:extLst>
              <a:ext uri="{FF2B5EF4-FFF2-40B4-BE49-F238E27FC236}">
                <a16:creationId xmlns:a16="http://schemas.microsoft.com/office/drawing/2014/main" id="{ACB0805B-5665-3705-95A4-862BE90E936D}"/>
              </a:ext>
            </a:extLst>
          </p:cNvPr>
          <p:cNvSpPr/>
          <p:nvPr/>
        </p:nvSpPr>
        <p:spPr>
          <a:xfrm>
            <a:off x="1042416" y="5362682"/>
            <a:ext cx="9710928" cy="635782"/>
          </a:xfrm>
          <a:prstGeom prst="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Prostokąt 10">
            <a:extLst>
              <a:ext uri="{FF2B5EF4-FFF2-40B4-BE49-F238E27FC236}">
                <a16:creationId xmlns:a16="http://schemas.microsoft.com/office/drawing/2014/main" id="{203AFD27-EB17-D74F-8BF9-8404EAE28FAE}"/>
              </a:ext>
            </a:extLst>
          </p:cNvPr>
          <p:cNvSpPr/>
          <p:nvPr/>
        </p:nvSpPr>
        <p:spPr>
          <a:xfrm>
            <a:off x="2207727" y="4801697"/>
            <a:ext cx="1942186"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Prostokąt 11">
            <a:extLst>
              <a:ext uri="{FF2B5EF4-FFF2-40B4-BE49-F238E27FC236}">
                <a16:creationId xmlns:a16="http://schemas.microsoft.com/office/drawing/2014/main" id="{3B410779-39A8-0409-0469-6794A3EF940C}"/>
              </a:ext>
            </a:extLst>
          </p:cNvPr>
          <p:cNvSpPr/>
          <p:nvPr/>
        </p:nvSpPr>
        <p:spPr>
          <a:xfrm>
            <a:off x="5218115" y="4240713"/>
            <a:ext cx="1942186" cy="100584"/>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rostokąt 12">
            <a:extLst>
              <a:ext uri="{FF2B5EF4-FFF2-40B4-BE49-F238E27FC236}">
                <a16:creationId xmlns:a16="http://schemas.microsoft.com/office/drawing/2014/main" id="{8D18998A-127A-0163-052C-9EA6032EB426}"/>
              </a:ext>
            </a:extLst>
          </p:cNvPr>
          <p:cNvSpPr/>
          <p:nvPr/>
        </p:nvSpPr>
        <p:spPr>
          <a:xfrm>
            <a:off x="8034284" y="3679728"/>
            <a:ext cx="1650858" cy="100585"/>
          </a:xfrm>
          <a:prstGeom prst="rect">
            <a:avLst/>
          </a:prstGeom>
          <a:solidFill>
            <a:srgbClr val="805C3A"/>
          </a:solidFill>
          <a:ln w="12700">
            <a:solidFill>
              <a:srgbClr val="805C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rostokąt: zaokrąglone rogi 13">
            <a:extLst>
              <a:ext uri="{FF2B5EF4-FFF2-40B4-BE49-F238E27FC236}">
                <a16:creationId xmlns:a16="http://schemas.microsoft.com/office/drawing/2014/main" id="{EE3223C0-140A-B212-4A09-2EA5281C7884}"/>
              </a:ext>
            </a:extLst>
          </p:cNvPr>
          <p:cNvSpPr/>
          <p:nvPr/>
        </p:nvSpPr>
        <p:spPr>
          <a:xfrm>
            <a:off x="2984602" y="4596003"/>
            <a:ext cx="1942185"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Prostokąt: zaokrąglone rogi 14">
            <a:extLst>
              <a:ext uri="{FF2B5EF4-FFF2-40B4-BE49-F238E27FC236}">
                <a16:creationId xmlns:a16="http://schemas.microsoft.com/office/drawing/2014/main" id="{907C9FAD-5487-A854-7897-3E90F7FDC771}"/>
              </a:ext>
            </a:extLst>
          </p:cNvPr>
          <p:cNvSpPr/>
          <p:nvPr/>
        </p:nvSpPr>
        <p:spPr>
          <a:xfrm>
            <a:off x="5994989" y="4035018"/>
            <a:ext cx="1942185"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Prostokąt: zaokrąglone rogi 15">
            <a:extLst>
              <a:ext uri="{FF2B5EF4-FFF2-40B4-BE49-F238E27FC236}">
                <a16:creationId xmlns:a16="http://schemas.microsoft.com/office/drawing/2014/main" id="{195FAE63-C69E-7935-D779-95FE9A18BDBC}"/>
              </a:ext>
            </a:extLst>
          </p:cNvPr>
          <p:cNvSpPr/>
          <p:nvPr/>
        </p:nvSpPr>
        <p:spPr>
          <a:xfrm>
            <a:off x="8714049" y="3474034"/>
            <a:ext cx="1650858" cy="50292"/>
          </a:xfrm>
          <a:prstGeom prst="roundRect">
            <a:avLst/>
          </a:prstGeom>
          <a:solidFill>
            <a:srgbClr val="46A768"/>
          </a:solidFill>
          <a:ln w="12700">
            <a:solidFill>
              <a:srgbClr val="46A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 name="Prostokąt: zaokrąglone rogi 16">
            <a:extLst>
              <a:ext uri="{FF2B5EF4-FFF2-40B4-BE49-F238E27FC236}">
                <a16:creationId xmlns:a16="http://schemas.microsoft.com/office/drawing/2014/main" id="{2D7672AE-55B4-5792-17D0-6B3F19883D15}"/>
              </a:ext>
            </a:extLst>
          </p:cNvPr>
          <p:cNvSpPr/>
          <p:nvPr/>
        </p:nvSpPr>
        <p:spPr>
          <a:xfrm>
            <a:off x="2207727" y="4876495"/>
            <a:ext cx="534101" cy="560985"/>
          </a:xfrm>
          <a:prstGeom prst="roundRect">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Owal 17">
            <a:extLst>
              <a:ext uri="{FF2B5EF4-FFF2-40B4-BE49-F238E27FC236}">
                <a16:creationId xmlns:a16="http://schemas.microsoft.com/office/drawing/2014/main" id="{C5E4B231-21D0-085C-55F7-15C911E7F11D}"/>
              </a:ext>
            </a:extLst>
          </p:cNvPr>
          <p:cNvSpPr/>
          <p:nvPr/>
        </p:nvSpPr>
        <p:spPr>
          <a:xfrm>
            <a:off x="2567032" y="5044791"/>
            <a:ext cx="32004" cy="32003"/>
          </a:xfrm>
          <a:prstGeom prst="ellipse">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Owal 18">
            <a:extLst>
              <a:ext uri="{FF2B5EF4-FFF2-40B4-BE49-F238E27FC236}">
                <a16:creationId xmlns:a16="http://schemas.microsoft.com/office/drawing/2014/main" id="{A3AC10FC-9A66-B306-133C-FE0C0810DE00}"/>
              </a:ext>
            </a:extLst>
          </p:cNvPr>
          <p:cNvSpPr/>
          <p:nvPr/>
        </p:nvSpPr>
        <p:spPr>
          <a:xfrm>
            <a:off x="3567257" y="4128516"/>
            <a:ext cx="118872"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Owal 19">
            <a:extLst>
              <a:ext uri="{FF2B5EF4-FFF2-40B4-BE49-F238E27FC236}">
                <a16:creationId xmlns:a16="http://schemas.microsoft.com/office/drawing/2014/main" id="{9E8E2D28-344A-8BEB-BDCB-2B003A770FDB}"/>
              </a:ext>
            </a:extLst>
          </p:cNvPr>
          <p:cNvSpPr/>
          <p:nvPr/>
        </p:nvSpPr>
        <p:spPr>
          <a:xfrm>
            <a:off x="6577645" y="3530133"/>
            <a:ext cx="118872" cy="118871"/>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Owal 20">
            <a:extLst>
              <a:ext uri="{FF2B5EF4-FFF2-40B4-BE49-F238E27FC236}">
                <a16:creationId xmlns:a16="http://schemas.microsoft.com/office/drawing/2014/main" id="{B75089E2-7C29-CBD7-2B49-16575D856DE4}"/>
              </a:ext>
            </a:extLst>
          </p:cNvPr>
          <p:cNvSpPr/>
          <p:nvPr/>
        </p:nvSpPr>
        <p:spPr>
          <a:xfrm>
            <a:off x="9005377" y="3006547"/>
            <a:ext cx="118871" cy="118872"/>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Trójkąt równoramienny 21">
            <a:extLst>
              <a:ext uri="{FF2B5EF4-FFF2-40B4-BE49-F238E27FC236}">
                <a16:creationId xmlns:a16="http://schemas.microsoft.com/office/drawing/2014/main" id="{140D3BBE-0BCC-EE0E-074A-E71DC85D8DC3}"/>
              </a:ext>
            </a:extLst>
          </p:cNvPr>
          <p:cNvSpPr/>
          <p:nvPr/>
        </p:nvSpPr>
        <p:spPr>
          <a:xfrm>
            <a:off x="6577645" y="5213086"/>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 name="Trójkąt równoramienny 22">
            <a:extLst>
              <a:ext uri="{FF2B5EF4-FFF2-40B4-BE49-F238E27FC236}">
                <a16:creationId xmlns:a16="http://schemas.microsoft.com/office/drawing/2014/main" id="{FF244EDF-73FF-6152-ECC1-78F39225AFEE}"/>
              </a:ext>
            </a:extLst>
          </p:cNvPr>
          <p:cNvSpPr/>
          <p:nvPr/>
        </p:nvSpPr>
        <p:spPr>
          <a:xfrm>
            <a:off x="7063191" y="5213086"/>
            <a:ext cx="164593"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Trójkąt równoramienny 23">
            <a:extLst>
              <a:ext uri="{FF2B5EF4-FFF2-40B4-BE49-F238E27FC236}">
                <a16:creationId xmlns:a16="http://schemas.microsoft.com/office/drawing/2014/main" id="{893709E7-AEF2-2B68-0EBF-F3EC9137DDBA}"/>
              </a:ext>
            </a:extLst>
          </p:cNvPr>
          <p:cNvSpPr/>
          <p:nvPr/>
        </p:nvSpPr>
        <p:spPr>
          <a:xfrm>
            <a:off x="7548738" y="5213086"/>
            <a:ext cx="164592" cy="146304"/>
          </a:xfrm>
          <a:prstGeom prst="triangle">
            <a:avLst/>
          </a:prstGeom>
          <a:solidFill>
            <a:srgbClr val="EF6A64"/>
          </a:solidFill>
          <a:ln w="12700">
            <a:solidFill>
              <a:srgbClr val="EF6A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Owal 24">
            <a:extLst>
              <a:ext uri="{FF2B5EF4-FFF2-40B4-BE49-F238E27FC236}">
                <a16:creationId xmlns:a16="http://schemas.microsoft.com/office/drawing/2014/main" id="{6974B1CA-0B12-8225-EC58-D1BDF3F3A977}"/>
              </a:ext>
            </a:extLst>
          </p:cNvPr>
          <p:cNvSpPr/>
          <p:nvPr/>
        </p:nvSpPr>
        <p:spPr>
          <a:xfrm>
            <a:off x="1216152" y="2112264"/>
            <a:ext cx="347472" cy="347472"/>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6" name="pole tekstowe 25">
            <a:extLst>
              <a:ext uri="{FF2B5EF4-FFF2-40B4-BE49-F238E27FC236}">
                <a16:creationId xmlns:a16="http://schemas.microsoft.com/office/drawing/2014/main" id="{AFE3FE2E-3018-E6FC-DE00-FCCE95A8ADDF}"/>
              </a:ext>
            </a:extLst>
          </p:cNvPr>
          <p:cNvSpPr txBox="1"/>
          <p:nvPr/>
        </p:nvSpPr>
        <p:spPr>
          <a:xfrm>
            <a:off x="1216152" y="2099050"/>
            <a:ext cx="347472" cy="261610"/>
          </a:xfrm>
          <a:prstGeom prst="rect">
            <a:avLst/>
          </a:prstGeom>
          <a:noFill/>
        </p:spPr>
        <p:txBody>
          <a:bodyPr vert="horz" wrap="square" lIns="0" tIns="0" rIns="0" bIns="0" rtlCol="0" anchor="ctr">
            <a:spAutoFit/>
          </a:bodyPr>
          <a:lstStyle/>
          <a:p>
            <a:pPr algn="ctr"/>
            <a:r>
              <a:rPr lang="pl-PL" sz="1700" b="1">
                <a:solidFill>
                  <a:srgbClr val="FFFFFF"/>
                </a:solidFill>
                <a:latin typeface="Aptos" panose="020B0004020202020204" pitchFamily="34" charset="0"/>
              </a:rPr>
              <a:t>1</a:t>
            </a:r>
          </a:p>
        </p:txBody>
      </p:sp>
      <p:sp>
        <p:nvSpPr>
          <p:cNvPr id="27" name="Owal 26">
            <a:extLst>
              <a:ext uri="{FF2B5EF4-FFF2-40B4-BE49-F238E27FC236}">
                <a16:creationId xmlns:a16="http://schemas.microsoft.com/office/drawing/2014/main" id="{B376102F-0B6A-E910-F532-5A2C4D6D69F0}"/>
              </a:ext>
            </a:extLst>
          </p:cNvPr>
          <p:cNvSpPr/>
          <p:nvPr/>
        </p:nvSpPr>
        <p:spPr>
          <a:xfrm>
            <a:off x="6172200" y="2953512"/>
            <a:ext cx="347472" cy="347472"/>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pole tekstowe 27">
            <a:extLst>
              <a:ext uri="{FF2B5EF4-FFF2-40B4-BE49-F238E27FC236}">
                <a16:creationId xmlns:a16="http://schemas.microsoft.com/office/drawing/2014/main" id="{13F4300E-01F7-729F-E196-915A55EA26E3}"/>
              </a:ext>
            </a:extLst>
          </p:cNvPr>
          <p:cNvSpPr txBox="1"/>
          <p:nvPr/>
        </p:nvSpPr>
        <p:spPr>
          <a:xfrm>
            <a:off x="6172200" y="2940298"/>
            <a:ext cx="347472" cy="261610"/>
          </a:xfrm>
          <a:prstGeom prst="rect">
            <a:avLst/>
          </a:prstGeom>
          <a:noFill/>
        </p:spPr>
        <p:txBody>
          <a:bodyPr vert="horz" wrap="square" lIns="0" tIns="0" rIns="0" bIns="0" rtlCol="0" anchor="ctr">
            <a:spAutoFit/>
          </a:bodyPr>
          <a:lstStyle/>
          <a:p>
            <a:pPr algn="ctr"/>
            <a:r>
              <a:rPr lang="pl-PL" sz="1700" b="1">
                <a:solidFill>
                  <a:srgbClr val="FFFFFF"/>
                </a:solidFill>
                <a:latin typeface="Aptos" panose="020B0004020202020204" pitchFamily="34" charset="0"/>
              </a:rPr>
              <a:t>2</a:t>
            </a:r>
          </a:p>
        </p:txBody>
      </p:sp>
      <p:sp>
        <p:nvSpPr>
          <p:cNvPr id="29" name="Owal 28">
            <a:extLst>
              <a:ext uri="{FF2B5EF4-FFF2-40B4-BE49-F238E27FC236}">
                <a16:creationId xmlns:a16="http://schemas.microsoft.com/office/drawing/2014/main" id="{BCA8BC15-81FF-BDF4-61B4-7173BA43546C}"/>
              </a:ext>
            </a:extLst>
          </p:cNvPr>
          <p:cNvSpPr/>
          <p:nvPr/>
        </p:nvSpPr>
        <p:spPr>
          <a:xfrm>
            <a:off x="7516368" y="4983480"/>
            <a:ext cx="347472" cy="347472"/>
          </a:xfrm>
          <a:prstGeom prst="ellipse">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pole tekstowe 29">
            <a:extLst>
              <a:ext uri="{FF2B5EF4-FFF2-40B4-BE49-F238E27FC236}">
                <a16:creationId xmlns:a16="http://schemas.microsoft.com/office/drawing/2014/main" id="{9EC32CED-103D-3860-9B69-E0B378BA2450}"/>
              </a:ext>
            </a:extLst>
          </p:cNvPr>
          <p:cNvSpPr txBox="1"/>
          <p:nvPr/>
        </p:nvSpPr>
        <p:spPr>
          <a:xfrm>
            <a:off x="7516368" y="4970266"/>
            <a:ext cx="347472" cy="261610"/>
          </a:xfrm>
          <a:prstGeom prst="rect">
            <a:avLst/>
          </a:prstGeom>
          <a:noFill/>
        </p:spPr>
        <p:txBody>
          <a:bodyPr vert="horz" wrap="square" lIns="0" tIns="0" rIns="0" bIns="0" rtlCol="0" anchor="ctr">
            <a:spAutoFit/>
          </a:bodyPr>
          <a:lstStyle/>
          <a:p>
            <a:pPr algn="ctr"/>
            <a:r>
              <a:rPr lang="pl-PL" sz="1700" b="1">
                <a:solidFill>
                  <a:srgbClr val="FFFFFF"/>
                </a:solidFill>
                <a:latin typeface="Aptos" panose="020B0004020202020204" pitchFamily="34" charset="0"/>
              </a:rPr>
              <a:t>3</a:t>
            </a:r>
          </a:p>
        </p:txBody>
      </p:sp>
      <p:sp>
        <p:nvSpPr>
          <p:cNvPr id="31" name="pole tekstowe 30">
            <a:extLst>
              <a:ext uri="{FF2B5EF4-FFF2-40B4-BE49-F238E27FC236}">
                <a16:creationId xmlns:a16="http://schemas.microsoft.com/office/drawing/2014/main" id="{5F2B7681-4FEE-1294-73C2-92076AD4955B}"/>
              </a:ext>
            </a:extLst>
          </p:cNvPr>
          <p:cNvSpPr txBox="1"/>
          <p:nvPr/>
        </p:nvSpPr>
        <p:spPr>
          <a:xfrm>
            <a:off x="1627632" y="2076190"/>
            <a:ext cx="914400" cy="261610"/>
          </a:xfrm>
          <a:prstGeom prst="rect">
            <a:avLst/>
          </a:prstGeom>
          <a:noFill/>
        </p:spPr>
        <p:txBody>
          <a:bodyPr vert="horz" wrap="square" lIns="0" tIns="0" rIns="0" bIns="0" rtlCol="0" anchor="ctr">
            <a:spAutoFit/>
          </a:bodyPr>
          <a:lstStyle/>
          <a:p>
            <a:r>
              <a:rPr lang="pl-PL" sz="1700" b="1">
                <a:solidFill>
                  <a:srgbClr val="1E2A44"/>
                </a:solidFill>
                <a:latin typeface="Aptos" panose="020B0004020202020204" pitchFamily="34" charset="0"/>
              </a:rPr>
              <a:t>Time</a:t>
            </a:r>
          </a:p>
        </p:txBody>
      </p:sp>
      <p:sp>
        <p:nvSpPr>
          <p:cNvPr id="32" name="pole tekstowe 31">
            <a:extLst>
              <a:ext uri="{FF2B5EF4-FFF2-40B4-BE49-F238E27FC236}">
                <a16:creationId xmlns:a16="http://schemas.microsoft.com/office/drawing/2014/main" id="{EAD42FAF-DE30-7851-26E2-68F1BF013EB2}"/>
              </a:ext>
            </a:extLst>
          </p:cNvPr>
          <p:cNvSpPr txBox="1"/>
          <p:nvPr/>
        </p:nvSpPr>
        <p:spPr>
          <a:xfrm>
            <a:off x="6583680" y="2926582"/>
            <a:ext cx="960120" cy="261610"/>
          </a:xfrm>
          <a:prstGeom prst="rect">
            <a:avLst/>
          </a:prstGeom>
          <a:noFill/>
        </p:spPr>
        <p:txBody>
          <a:bodyPr vert="horz" wrap="square" lIns="0" tIns="0" rIns="0" bIns="0" rtlCol="0" anchor="ctr">
            <a:spAutoFit/>
          </a:bodyPr>
          <a:lstStyle/>
          <a:p>
            <a:r>
              <a:rPr lang="pl-PL" sz="1700" b="1">
                <a:solidFill>
                  <a:srgbClr val="1E2A44"/>
                </a:solidFill>
                <a:latin typeface="Aptos" panose="020B0004020202020204" pitchFamily="34" charset="0"/>
              </a:rPr>
              <a:t>Coins</a:t>
            </a:r>
          </a:p>
        </p:txBody>
      </p:sp>
      <p:sp>
        <p:nvSpPr>
          <p:cNvPr id="33" name="pole tekstowe 32">
            <a:extLst>
              <a:ext uri="{FF2B5EF4-FFF2-40B4-BE49-F238E27FC236}">
                <a16:creationId xmlns:a16="http://schemas.microsoft.com/office/drawing/2014/main" id="{A9DAEE96-D719-461D-0801-5C31D32AF407}"/>
              </a:ext>
            </a:extLst>
          </p:cNvPr>
          <p:cNvSpPr txBox="1"/>
          <p:nvPr/>
        </p:nvSpPr>
        <p:spPr>
          <a:xfrm>
            <a:off x="7927848" y="4956550"/>
            <a:ext cx="1828800" cy="261610"/>
          </a:xfrm>
          <a:prstGeom prst="rect">
            <a:avLst/>
          </a:prstGeom>
          <a:noFill/>
        </p:spPr>
        <p:txBody>
          <a:bodyPr vert="horz" wrap="square" lIns="0" tIns="0" rIns="0" bIns="0" rtlCol="0" anchor="ctr">
            <a:spAutoFit/>
          </a:bodyPr>
          <a:lstStyle/>
          <a:p>
            <a:r>
              <a:rPr lang="pl-PL" sz="1700" b="1">
                <a:solidFill>
                  <a:srgbClr val="1E2A44"/>
                </a:solidFill>
                <a:latin typeface="Aptos" panose="020B0004020202020204" pitchFamily="34" charset="0"/>
              </a:rPr>
              <a:t>Checkpoint</a:t>
            </a:r>
          </a:p>
        </p:txBody>
      </p:sp>
    </p:spTree>
    <p:extLst>
      <p:ext uri="{BB962C8B-B14F-4D97-AF65-F5344CB8AC3E}">
        <p14:creationId xmlns:p14="http://schemas.microsoft.com/office/powerpoint/2010/main" val="3356840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57975254-C23C-8F1F-9B2A-840EFAE5E52B}"/>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You earn stars and a time.</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B01F8DEF-9398-8B4D-893F-89928041F976}"/>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Prostokąt: zaokrąglone rogi 3">
            <a:extLst>
              <a:ext uri="{FF2B5EF4-FFF2-40B4-BE49-F238E27FC236}">
                <a16:creationId xmlns:a16="http://schemas.microsoft.com/office/drawing/2014/main" id="{E88BF853-07EA-4A61-5669-F73AFA722285}"/>
              </a:ext>
            </a:extLst>
          </p:cNvPr>
          <p:cNvSpPr/>
          <p:nvPr/>
        </p:nvSpPr>
        <p:spPr>
          <a:xfrm>
            <a:off x="1874520" y="1783080"/>
            <a:ext cx="8412480" cy="4434840"/>
          </a:xfrm>
          <a:prstGeom prst="roundRect">
            <a:avLst/>
          </a:prstGeom>
          <a:solidFill>
            <a:srgbClr val="1E2A44"/>
          </a:solidFill>
          <a:ln w="12700">
            <a:solidFill>
              <a:srgbClr val="1E2A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Owal 4">
            <a:extLst>
              <a:ext uri="{FF2B5EF4-FFF2-40B4-BE49-F238E27FC236}">
                <a16:creationId xmlns:a16="http://schemas.microsoft.com/office/drawing/2014/main" id="{7E1760EC-F568-18DC-39AD-3B7A1B73ADC0}"/>
              </a:ext>
            </a:extLst>
          </p:cNvPr>
          <p:cNvSpPr/>
          <p:nvPr/>
        </p:nvSpPr>
        <p:spPr>
          <a:xfrm>
            <a:off x="5669280" y="2103120"/>
            <a:ext cx="822960" cy="822960"/>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pole tekstowe 5">
            <a:extLst>
              <a:ext uri="{FF2B5EF4-FFF2-40B4-BE49-F238E27FC236}">
                <a16:creationId xmlns:a16="http://schemas.microsoft.com/office/drawing/2014/main" id="{A0606803-D44C-A08E-30C7-FEF246F9DE13}"/>
              </a:ext>
            </a:extLst>
          </p:cNvPr>
          <p:cNvSpPr txBox="1"/>
          <p:nvPr/>
        </p:nvSpPr>
        <p:spPr>
          <a:xfrm>
            <a:off x="2788920" y="3394375"/>
            <a:ext cx="1417320" cy="276999"/>
          </a:xfrm>
          <a:prstGeom prst="rect">
            <a:avLst/>
          </a:prstGeom>
          <a:noFill/>
        </p:spPr>
        <p:txBody>
          <a:bodyPr vert="horz" wrap="square" lIns="0" tIns="0" rIns="0" bIns="0" rtlCol="0" anchor="ctr">
            <a:spAutoFit/>
          </a:bodyPr>
          <a:lstStyle/>
          <a:p>
            <a:pPr algn="ctr"/>
            <a:r>
              <a:rPr lang="pl-PL" sz="1800" b="1">
                <a:solidFill>
                  <a:srgbClr val="FFFFFF"/>
                </a:solidFill>
                <a:latin typeface="Aptos" panose="020B0004020202020204" pitchFamily="34" charset="0"/>
              </a:rPr>
              <a:t>Time</a:t>
            </a:r>
          </a:p>
        </p:txBody>
      </p:sp>
      <p:sp>
        <p:nvSpPr>
          <p:cNvPr id="7" name="pole tekstowe 6">
            <a:extLst>
              <a:ext uri="{FF2B5EF4-FFF2-40B4-BE49-F238E27FC236}">
                <a16:creationId xmlns:a16="http://schemas.microsoft.com/office/drawing/2014/main" id="{13BB9FCC-1354-5FC7-ED0D-732BA9AB61EA}"/>
              </a:ext>
            </a:extLst>
          </p:cNvPr>
          <p:cNvSpPr txBox="1"/>
          <p:nvPr/>
        </p:nvSpPr>
        <p:spPr>
          <a:xfrm>
            <a:off x="2788920" y="3729358"/>
            <a:ext cx="1417320" cy="338554"/>
          </a:xfrm>
          <a:prstGeom prst="rect">
            <a:avLst/>
          </a:prstGeom>
          <a:noFill/>
        </p:spPr>
        <p:txBody>
          <a:bodyPr vert="horz" wrap="square" lIns="0" tIns="0" rIns="0" bIns="0" rtlCol="0" anchor="ctr">
            <a:spAutoFit/>
          </a:bodyPr>
          <a:lstStyle/>
          <a:p>
            <a:pPr algn="ctr"/>
            <a:r>
              <a:rPr lang="pl-PL" sz="2200" b="1">
                <a:solidFill>
                  <a:srgbClr val="FFBE55"/>
                </a:solidFill>
                <a:latin typeface="Aptos" panose="020B0004020202020204" pitchFamily="34" charset="0"/>
              </a:rPr>
              <a:t>0:18</a:t>
            </a:r>
          </a:p>
        </p:txBody>
      </p:sp>
      <p:sp>
        <p:nvSpPr>
          <p:cNvPr id="8" name="pole tekstowe 7">
            <a:extLst>
              <a:ext uri="{FF2B5EF4-FFF2-40B4-BE49-F238E27FC236}">
                <a16:creationId xmlns:a16="http://schemas.microsoft.com/office/drawing/2014/main" id="{BCE16945-1A87-B0BE-F6CD-E42E2A7A6017}"/>
              </a:ext>
            </a:extLst>
          </p:cNvPr>
          <p:cNvSpPr txBox="1"/>
          <p:nvPr/>
        </p:nvSpPr>
        <p:spPr>
          <a:xfrm>
            <a:off x="5166360" y="3394375"/>
            <a:ext cx="1417320" cy="276999"/>
          </a:xfrm>
          <a:prstGeom prst="rect">
            <a:avLst/>
          </a:prstGeom>
          <a:noFill/>
        </p:spPr>
        <p:txBody>
          <a:bodyPr vert="horz" wrap="square" lIns="0" tIns="0" rIns="0" bIns="0" rtlCol="0" anchor="ctr">
            <a:spAutoFit/>
          </a:bodyPr>
          <a:lstStyle/>
          <a:p>
            <a:pPr algn="ctr"/>
            <a:r>
              <a:rPr lang="pl-PL" sz="1800" b="1">
                <a:solidFill>
                  <a:srgbClr val="FFFFFF"/>
                </a:solidFill>
                <a:latin typeface="Aptos" panose="020B0004020202020204" pitchFamily="34" charset="0"/>
              </a:rPr>
              <a:t>Stars</a:t>
            </a:r>
          </a:p>
        </p:txBody>
      </p:sp>
      <p:sp>
        <p:nvSpPr>
          <p:cNvPr id="9" name="pole tekstowe 8">
            <a:extLst>
              <a:ext uri="{FF2B5EF4-FFF2-40B4-BE49-F238E27FC236}">
                <a16:creationId xmlns:a16="http://schemas.microsoft.com/office/drawing/2014/main" id="{A5C82B68-E684-4626-ADCE-7CBA54C25B8D}"/>
              </a:ext>
            </a:extLst>
          </p:cNvPr>
          <p:cNvSpPr txBox="1"/>
          <p:nvPr/>
        </p:nvSpPr>
        <p:spPr>
          <a:xfrm>
            <a:off x="5166360" y="3729358"/>
            <a:ext cx="1417320" cy="338554"/>
          </a:xfrm>
          <a:prstGeom prst="rect">
            <a:avLst/>
          </a:prstGeom>
          <a:noFill/>
        </p:spPr>
        <p:txBody>
          <a:bodyPr vert="horz" wrap="square" lIns="0" tIns="0" rIns="0" bIns="0" rtlCol="0" anchor="ctr">
            <a:spAutoFit/>
          </a:bodyPr>
          <a:lstStyle/>
          <a:p>
            <a:pPr algn="ctr"/>
            <a:r>
              <a:rPr lang="pl-PL" sz="2200" b="1">
                <a:solidFill>
                  <a:srgbClr val="FFBE55"/>
                </a:solidFill>
                <a:latin typeface="Aptos" panose="020B0004020202020204" pitchFamily="34" charset="0"/>
              </a:rPr>
              <a:t>3</a:t>
            </a:r>
          </a:p>
        </p:txBody>
      </p:sp>
      <p:sp>
        <p:nvSpPr>
          <p:cNvPr id="10" name="pole tekstowe 9">
            <a:extLst>
              <a:ext uri="{FF2B5EF4-FFF2-40B4-BE49-F238E27FC236}">
                <a16:creationId xmlns:a16="http://schemas.microsoft.com/office/drawing/2014/main" id="{83FDDABA-23BB-D374-9F67-95484F2710AB}"/>
              </a:ext>
            </a:extLst>
          </p:cNvPr>
          <p:cNvSpPr txBox="1"/>
          <p:nvPr/>
        </p:nvSpPr>
        <p:spPr>
          <a:xfrm>
            <a:off x="7452360" y="3394375"/>
            <a:ext cx="1600200" cy="276999"/>
          </a:xfrm>
          <a:prstGeom prst="rect">
            <a:avLst/>
          </a:prstGeom>
          <a:noFill/>
        </p:spPr>
        <p:txBody>
          <a:bodyPr vert="horz" wrap="square" lIns="0" tIns="0" rIns="0" bIns="0" rtlCol="0" anchor="ctr">
            <a:spAutoFit/>
          </a:bodyPr>
          <a:lstStyle/>
          <a:p>
            <a:pPr algn="ctr"/>
            <a:r>
              <a:rPr lang="pl-PL" sz="1800" b="1">
                <a:solidFill>
                  <a:srgbClr val="FFFFFF"/>
                </a:solidFill>
                <a:latin typeface="Aptos" panose="020B0004020202020204" pitchFamily="34" charset="0"/>
              </a:rPr>
              <a:t>Best time</a:t>
            </a:r>
          </a:p>
        </p:txBody>
      </p:sp>
      <p:sp>
        <p:nvSpPr>
          <p:cNvPr id="11" name="pole tekstowe 10">
            <a:extLst>
              <a:ext uri="{FF2B5EF4-FFF2-40B4-BE49-F238E27FC236}">
                <a16:creationId xmlns:a16="http://schemas.microsoft.com/office/drawing/2014/main" id="{DCE24FFD-593F-2A4A-78F2-3FE3E82BEECD}"/>
              </a:ext>
            </a:extLst>
          </p:cNvPr>
          <p:cNvSpPr txBox="1"/>
          <p:nvPr/>
        </p:nvSpPr>
        <p:spPr>
          <a:xfrm>
            <a:off x="7452360" y="3729358"/>
            <a:ext cx="1600200" cy="338554"/>
          </a:xfrm>
          <a:prstGeom prst="rect">
            <a:avLst/>
          </a:prstGeom>
          <a:noFill/>
        </p:spPr>
        <p:txBody>
          <a:bodyPr vert="horz" wrap="square" lIns="0" tIns="0" rIns="0" bIns="0" rtlCol="0" anchor="ctr">
            <a:spAutoFit/>
          </a:bodyPr>
          <a:lstStyle/>
          <a:p>
            <a:pPr algn="ctr"/>
            <a:r>
              <a:rPr lang="pl-PL" sz="2200" b="1">
                <a:solidFill>
                  <a:srgbClr val="FFBE55"/>
                </a:solidFill>
                <a:latin typeface="Aptos" panose="020B0004020202020204" pitchFamily="34" charset="0"/>
              </a:rPr>
              <a:t>0:18</a:t>
            </a:r>
          </a:p>
        </p:txBody>
      </p:sp>
      <p:sp>
        <p:nvSpPr>
          <p:cNvPr id="12" name="Prostokąt: zaokrąglone rogi 11">
            <a:extLst>
              <a:ext uri="{FF2B5EF4-FFF2-40B4-BE49-F238E27FC236}">
                <a16:creationId xmlns:a16="http://schemas.microsoft.com/office/drawing/2014/main" id="{C07A4E33-407D-D37E-3675-ED0AB40E6ABA}"/>
              </a:ext>
            </a:extLst>
          </p:cNvPr>
          <p:cNvSpPr/>
          <p:nvPr/>
        </p:nvSpPr>
        <p:spPr>
          <a:xfrm>
            <a:off x="4507992" y="4709160"/>
            <a:ext cx="3154680" cy="694944"/>
          </a:xfrm>
          <a:prstGeom prst="round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ole tekstowe 12">
            <a:extLst>
              <a:ext uri="{FF2B5EF4-FFF2-40B4-BE49-F238E27FC236}">
                <a16:creationId xmlns:a16="http://schemas.microsoft.com/office/drawing/2014/main" id="{4F456F99-66E6-5310-153F-390ECA822A09}"/>
              </a:ext>
            </a:extLst>
          </p:cNvPr>
          <p:cNvSpPr txBox="1"/>
          <p:nvPr/>
        </p:nvSpPr>
        <p:spPr>
          <a:xfrm>
            <a:off x="4617720" y="4775119"/>
            <a:ext cx="2926080" cy="276999"/>
          </a:xfrm>
          <a:prstGeom prst="rect">
            <a:avLst/>
          </a:prstGeom>
          <a:noFill/>
        </p:spPr>
        <p:txBody>
          <a:bodyPr vert="horz" wrap="square" lIns="0" tIns="0" rIns="0" bIns="0" rtlCol="0" anchor="ctr">
            <a:spAutoFit/>
          </a:bodyPr>
          <a:lstStyle/>
          <a:p>
            <a:pPr algn="ctr"/>
            <a:r>
              <a:rPr lang="pl-PL" sz="1800" b="1">
                <a:solidFill>
                  <a:srgbClr val="FFFFFF"/>
                </a:solidFill>
                <a:latin typeface="Aptos" panose="020B0004020202020204" pitchFamily="34" charset="0"/>
              </a:rPr>
              <a:t>Next level</a:t>
            </a:r>
          </a:p>
        </p:txBody>
      </p:sp>
    </p:spTree>
    <p:extLst>
      <p:ext uri="{BB962C8B-B14F-4D97-AF65-F5344CB8AC3E}">
        <p14:creationId xmlns:p14="http://schemas.microsoft.com/office/powerpoint/2010/main" val="3795926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6B55ED01-0F42-786F-4CA7-BD0B84E3583E}"/>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HTML, CSS, JavaScript, and AI helped me build it.</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98219D6A-373F-9229-4359-B9DB4CE1A11C}"/>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Prostokąt: zaokrąglone rogi 3">
            <a:extLst>
              <a:ext uri="{FF2B5EF4-FFF2-40B4-BE49-F238E27FC236}">
                <a16:creationId xmlns:a16="http://schemas.microsoft.com/office/drawing/2014/main" id="{E2AD32D9-6435-AAA3-35A8-90CD89B3DA5E}"/>
              </a:ext>
            </a:extLst>
          </p:cNvPr>
          <p:cNvSpPr/>
          <p:nvPr/>
        </p:nvSpPr>
        <p:spPr>
          <a:xfrm>
            <a:off x="868680" y="1874520"/>
            <a:ext cx="4663440" cy="352044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pole tekstowe 4">
            <a:extLst>
              <a:ext uri="{FF2B5EF4-FFF2-40B4-BE49-F238E27FC236}">
                <a16:creationId xmlns:a16="http://schemas.microsoft.com/office/drawing/2014/main" id="{B4ABCDF8-7236-9E17-AF80-42FC4E0060DE}"/>
              </a:ext>
            </a:extLst>
          </p:cNvPr>
          <p:cNvSpPr txBox="1"/>
          <p:nvPr/>
        </p:nvSpPr>
        <p:spPr>
          <a:xfrm>
            <a:off x="1234440" y="2197961"/>
            <a:ext cx="3931920" cy="292388"/>
          </a:xfrm>
          <a:prstGeom prst="rect">
            <a:avLst/>
          </a:prstGeom>
          <a:noFill/>
        </p:spPr>
        <p:txBody>
          <a:bodyPr vert="horz" wrap="square" lIns="0" tIns="0" rIns="0" bIns="0" rtlCol="0" anchor="ctr">
            <a:spAutoFit/>
          </a:bodyPr>
          <a:lstStyle/>
          <a:p>
            <a:pPr algn="ctr"/>
            <a:r>
              <a:rPr lang="pl-PL" sz="1900" b="1">
                <a:solidFill>
                  <a:srgbClr val="65748B"/>
                </a:solidFill>
                <a:latin typeface="Aptos" panose="020B0004020202020204" pitchFamily="34" charset="0"/>
              </a:rPr>
              <a:t>Prompt</a:t>
            </a:r>
          </a:p>
        </p:txBody>
      </p:sp>
      <p:sp>
        <p:nvSpPr>
          <p:cNvPr id="6" name="pole tekstowe 5">
            <a:extLst>
              <a:ext uri="{FF2B5EF4-FFF2-40B4-BE49-F238E27FC236}">
                <a16:creationId xmlns:a16="http://schemas.microsoft.com/office/drawing/2014/main" id="{030C688D-45F7-2FB3-8B89-EA045D3C9C98}"/>
              </a:ext>
            </a:extLst>
          </p:cNvPr>
          <p:cNvSpPr txBox="1"/>
          <p:nvPr/>
        </p:nvSpPr>
        <p:spPr>
          <a:xfrm>
            <a:off x="1143000" y="2903052"/>
            <a:ext cx="4114800" cy="400110"/>
          </a:xfrm>
          <a:prstGeom prst="rect">
            <a:avLst/>
          </a:prstGeom>
          <a:noFill/>
        </p:spPr>
        <p:txBody>
          <a:bodyPr vert="horz" wrap="square" lIns="0" tIns="0" rIns="0" bIns="0" rtlCol="0" anchor="ctr">
            <a:spAutoFit/>
          </a:bodyPr>
          <a:lstStyle/>
          <a:p>
            <a:pPr algn="ctr"/>
            <a:r>
              <a:rPr lang="en-US" sz="2600" b="1">
                <a:solidFill>
                  <a:srgbClr val="1E2A44"/>
                </a:solidFill>
                <a:latin typeface="Aptos" panose="020B0004020202020204" pitchFamily="34" charset="0"/>
              </a:rPr>
              <a:t>Unlock levels one by one.</a:t>
            </a:r>
            <a:endParaRPr lang="pl-PL" sz="2600" b="1">
              <a:solidFill>
                <a:srgbClr val="1E2A44"/>
              </a:solidFill>
              <a:latin typeface="Aptos" panose="020B0004020202020204" pitchFamily="34" charset="0"/>
            </a:endParaRPr>
          </a:p>
        </p:txBody>
      </p:sp>
      <p:sp>
        <p:nvSpPr>
          <p:cNvPr id="7" name="Prostokąt: zaokrąglone rogi 6">
            <a:extLst>
              <a:ext uri="{FF2B5EF4-FFF2-40B4-BE49-F238E27FC236}">
                <a16:creationId xmlns:a16="http://schemas.microsoft.com/office/drawing/2014/main" id="{E84BAEFD-B16F-1B81-906A-451E185FD0D1}"/>
              </a:ext>
            </a:extLst>
          </p:cNvPr>
          <p:cNvSpPr/>
          <p:nvPr/>
        </p:nvSpPr>
        <p:spPr>
          <a:xfrm>
            <a:off x="6400800" y="1965960"/>
            <a:ext cx="4389120" cy="3337560"/>
          </a:xfrm>
          <a:prstGeom prst="roundRect">
            <a:avLst/>
          </a:prstGeom>
          <a:solidFill>
            <a:srgbClr val="1E2A44"/>
          </a:solidFill>
          <a:ln w="12700">
            <a:solidFill>
              <a:srgbClr val="1E2A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Prostokąt 7">
            <a:extLst>
              <a:ext uri="{FF2B5EF4-FFF2-40B4-BE49-F238E27FC236}">
                <a16:creationId xmlns:a16="http://schemas.microsoft.com/office/drawing/2014/main" id="{EFF8A35A-BE4C-155B-6213-7F16C4382D45}"/>
              </a:ext>
            </a:extLst>
          </p:cNvPr>
          <p:cNvSpPr/>
          <p:nvPr/>
        </p:nvSpPr>
        <p:spPr>
          <a:xfrm>
            <a:off x="6903720" y="2487168"/>
            <a:ext cx="640080" cy="91440"/>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Prostokąt 8">
            <a:extLst>
              <a:ext uri="{FF2B5EF4-FFF2-40B4-BE49-F238E27FC236}">
                <a16:creationId xmlns:a16="http://schemas.microsoft.com/office/drawing/2014/main" id="{2C68741E-1F04-B5DA-A8D6-37FE5715B16F}"/>
              </a:ext>
            </a:extLst>
          </p:cNvPr>
          <p:cNvSpPr/>
          <p:nvPr/>
        </p:nvSpPr>
        <p:spPr>
          <a:xfrm>
            <a:off x="7863840" y="2487168"/>
            <a:ext cx="749808" cy="91440"/>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Prostokąt 9">
            <a:extLst>
              <a:ext uri="{FF2B5EF4-FFF2-40B4-BE49-F238E27FC236}">
                <a16:creationId xmlns:a16="http://schemas.microsoft.com/office/drawing/2014/main" id="{DC3C5EE3-129E-FC66-0F5C-66E8A7445399}"/>
              </a:ext>
            </a:extLst>
          </p:cNvPr>
          <p:cNvSpPr/>
          <p:nvPr/>
        </p:nvSpPr>
        <p:spPr>
          <a:xfrm>
            <a:off x="8823960" y="2487168"/>
            <a:ext cx="530352" cy="91440"/>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Prostokąt 10">
            <a:extLst>
              <a:ext uri="{FF2B5EF4-FFF2-40B4-BE49-F238E27FC236}">
                <a16:creationId xmlns:a16="http://schemas.microsoft.com/office/drawing/2014/main" id="{C10C485C-F0F4-E390-E23D-B88E45E776FE}"/>
              </a:ext>
            </a:extLst>
          </p:cNvPr>
          <p:cNvSpPr/>
          <p:nvPr/>
        </p:nvSpPr>
        <p:spPr>
          <a:xfrm>
            <a:off x="6903720" y="3145536"/>
            <a:ext cx="640080" cy="91440"/>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Prostokąt 11">
            <a:extLst>
              <a:ext uri="{FF2B5EF4-FFF2-40B4-BE49-F238E27FC236}">
                <a16:creationId xmlns:a16="http://schemas.microsoft.com/office/drawing/2014/main" id="{964056B3-D9F6-3CAA-D29B-0D6D07676E1B}"/>
              </a:ext>
            </a:extLst>
          </p:cNvPr>
          <p:cNvSpPr/>
          <p:nvPr/>
        </p:nvSpPr>
        <p:spPr>
          <a:xfrm>
            <a:off x="7863840" y="3145536"/>
            <a:ext cx="749808" cy="91440"/>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rostokąt 12">
            <a:extLst>
              <a:ext uri="{FF2B5EF4-FFF2-40B4-BE49-F238E27FC236}">
                <a16:creationId xmlns:a16="http://schemas.microsoft.com/office/drawing/2014/main" id="{6044C353-5969-9BEC-2D40-3C31B3785B75}"/>
              </a:ext>
            </a:extLst>
          </p:cNvPr>
          <p:cNvSpPr/>
          <p:nvPr/>
        </p:nvSpPr>
        <p:spPr>
          <a:xfrm>
            <a:off x="8823960" y="3145536"/>
            <a:ext cx="530352" cy="91440"/>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Prostokąt 13">
            <a:extLst>
              <a:ext uri="{FF2B5EF4-FFF2-40B4-BE49-F238E27FC236}">
                <a16:creationId xmlns:a16="http://schemas.microsoft.com/office/drawing/2014/main" id="{236A64DB-7AED-E43C-318B-AF74901D804E}"/>
              </a:ext>
            </a:extLst>
          </p:cNvPr>
          <p:cNvSpPr/>
          <p:nvPr/>
        </p:nvSpPr>
        <p:spPr>
          <a:xfrm>
            <a:off x="6903720" y="3803904"/>
            <a:ext cx="640080" cy="91440"/>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Owal 14">
            <a:extLst>
              <a:ext uri="{FF2B5EF4-FFF2-40B4-BE49-F238E27FC236}">
                <a16:creationId xmlns:a16="http://schemas.microsoft.com/office/drawing/2014/main" id="{9AC29FDE-C3F1-E1FE-19E8-8EF3AB453888}"/>
              </a:ext>
            </a:extLst>
          </p:cNvPr>
          <p:cNvSpPr/>
          <p:nvPr/>
        </p:nvSpPr>
        <p:spPr>
          <a:xfrm>
            <a:off x="8302752" y="4251960"/>
            <a:ext cx="685800" cy="685800"/>
          </a:xfrm>
          <a:prstGeom prst="ellipse">
            <a:avLst/>
          </a:prstGeom>
          <a:solidFill>
            <a:srgbClr val="FFBE55"/>
          </a:solidFill>
          <a:ln w="12700">
            <a:solidFill>
              <a:srgbClr val="FFBE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011834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D3C0CA34-E6FB-15E3-D821-A7886FA8077B}"/>
              </a:ext>
            </a:extLst>
          </p:cNvPr>
          <p:cNvSpPr txBox="1"/>
          <p:nvPr/>
        </p:nvSpPr>
        <p:spPr>
          <a:xfrm>
            <a:off x="594360" y="257090"/>
            <a:ext cx="10972800" cy="461665"/>
          </a:xfrm>
          <a:prstGeom prst="rect">
            <a:avLst/>
          </a:prstGeom>
          <a:noFill/>
        </p:spPr>
        <p:txBody>
          <a:bodyPr vert="horz" wrap="square" lIns="0" tIns="0" rIns="0" bIns="0" rtlCol="0" anchor="ctr">
            <a:spAutoFit/>
          </a:bodyPr>
          <a:lstStyle/>
          <a:p>
            <a:r>
              <a:rPr lang="en-US" sz="3000" b="1">
                <a:solidFill>
                  <a:srgbClr val="1E2A44"/>
                </a:solidFill>
                <a:latin typeface="Aptos" panose="020B0004020202020204" pitchFamily="34" charset="0"/>
              </a:rPr>
              <a:t>Now you can try Mega parkur yourself.</a:t>
            </a:r>
            <a:endParaRPr lang="pl-PL" sz="3000" b="1">
              <a:solidFill>
                <a:srgbClr val="1E2A44"/>
              </a:solidFill>
              <a:latin typeface="Aptos" panose="020B0004020202020204" pitchFamily="34" charset="0"/>
            </a:endParaRPr>
          </a:p>
        </p:txBody>
      </p:sp>
      <p:sp>
        <p:nvSpPr>
          <p:cNvPr id="3" name="Prostokąt 2">
            <a:extLst>
              <a:ext uri="{FF2B5EF4-FFF2-40B4-BE49-F238E27FC236}">
                <a16:creationId xmlns:a16="http://schemas.microsoft.com/office/drawing/2014/main" id="{EA8B00D4-3B6A-0591-042D-EE33ECCB5479}"/>
              </a:ext>
            </a:extLst>
          </p:cNvPr>
          <p:cNvSpPr/>
          <p:nvPr/>
        </p:nvSpPr>
        <p:spPr>
          <a:xfrm>
            <a:off x="594360" y="1408176"/>
            <a:ext cx="749808" cy="64008"/>
          </a:xfrm>
          <a:prstGeom prst="rect">
            <a:avLst/>
          </a:prstGeom>
          <a:solidFill>
            <a:srgbClr val="39B6A3"/>
          </a:solidFill>
          <a:ln w="12700">
            <a:solidFill>
              <a:srgbClr val="39B6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Prostokąt: zaokrąglone rogi 3">
            <a:extLst>
              <a:ext uri="{FF2B5EF4-FFF2-40B4-BE49-F238E27FC236}">
                <a16:creationId xmlns:a16="http://schemas.microsoft.com/office/drawing/2014/main" id="{4D2CFE97-B723-99A1-564D-5ECB961F19D2}"/>
              </a:ext>
            </a:extLst>
          </p:cNvPr>
          <p:cNvSpPr/>
          <p:nvPr/>
        </p:nvSpPr>
        <p:spPr>
          <a:xfrm>
            <a:off x="749808" y="1965960"/>
            <a:ext cx="1353312" cy="73152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pole tekstowe 4">
            <a:extLst>
              <a:ext uri="{FF2B5EF4-FFF2-40B4-BE49-F238E27FC236}">
                <a16:creationId xmlns:a16="http://schemas.microsoft.com/office/drawing/2014/main" id="{4EA4CDB6-E0B9-DB32-8892-F0DD6C0195A0}"/>
              </a:ext>
            </a:extLst>
          </p:cNvPr>
          <p:cNvSpPr txBox="1"/>
          <p:nvPr/>
        </p:nvSpPr>
        <p:spPr>
          <a:xfrm>
            <a:off x="804672" y="2083884"/>
            <a:ext cx="1243584" cy="246221"/>
          </a:xfrm>
          <a:prstGeom prst="rect">
            <a:avLst/>
          </a:prstGeom>
          <a:noFill/>
        </p:spPr>
        <p:txBody>
          <a:bodyPr vert="horz" wrap="square" lIns="0" tIns="0" rIns="0" bIns="0" rtlCol="0" anchor="ctr">
            <a:spAutoFit/>
          </a:bodyPr>
          <a:lstStyle/>
          <a:p>
            <a:pPr algn="ctr"/>
            <a:r>
              <a:rPr lang="pl-PL" sz="1600" b="1">
                <a:solidFill>
                  <a:srgbClr val="1E2A44"/>
                </a:solidFill>
                <a:latin typeface="Aptos" panose="020B0004020202020204" pitchFamily="34" charset="0"/>
              </a:rPr>
              <a:t>Choose</a:t>
            </a:r>
          </a:p>
        </p:txBody>
      </p:sp>
      <p:sp>
        <p:nvSpPr>
          <p:cNvPr id="6" name="Prostokąt: zaokrąglone rogi 5">
            <a:extLst>
              <a:ext uri="{FF2B5EF4-FFF2-40B4-BE49-F238E27FC236}">
                <a16:creationId xmlns:a16="http://schemas.microsoft.com/office/drawing/2014/main" id="{F859B5FB-BBE5-0E28-69C0-9D1309CE6BA3}"/>
              </a:ext>
            </a:extLst>
          </p:cNvPr>
          <p:cNvSpPr/>
          <p:nvPr/>
        </p:nvSpPr>
        <p:spPr>
          <a:xfrm>
            <a:off x="2322576" y="1965960"/>
            <a:ext cx="1353312" cy="73152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ole tekstowe 6">
            <a:extLst>
              <a:ext uri="{FF2B5EF4-FFF2-40B4-BE49-F238E27FC236}">
                <a16:creationId xmlns:a16="http://schemas.microsoft.com/office/drawing/2014/main" id="{409CAC4C-3698-0AEC-604B-FDC18048A2CE}"/>
              </a:ext>
            </a:extLst>
          </p:cNvPr>
          <p:cNvSpPr txBox="1"/>
          <p:nvPr/>
        </p:nvSpPr>
        <p:spPr>
          <a:xfrm>
            <a:off x="2377440" y="2083884"/>
            <a:ext cx="1243584" cy="246221"/>
          </a:xfrm>
          <a:prstGeom prst="rect">
            <a:avLst/>
          </a:prstGeom>
          <a:noFill/>
        </p:spPr>
        <p:txBody>
          <a:bodyPr vert="horz" wrap="square" lIns="0" tIns="0" rIns="0" bIns="0" rtlCol="0" anchor="ctr">
            <a:spAutoFit/>
          </a:bodyPr>
          <a:lstStyle/>
          <a:p>
            <a:pPr algn="ctr"/>
            <a:r>
              <a:rPr lang="pl-PL" sz="1600" b="1">
                <a:solidFill>
                  <a:srgbClr val="1E2A44"/>
                </a:solidFill>
                <a:latin typeface="Aptos" panose="020B0004020202020204" pitchFamily="34" charset="0"/>
              </a:rPr>
              <a:t>Play</a:t>
            </a:r>
          </a:p>
        </p:txBody>
      </p:sp>
      <p:sp>
        <p:nvSpPr>
          <p:cNvPr id="8" name="Prostokąt: zaokrąglone rogi 7">
            <a:extLst>
              <a:ext uri="{FF2B5EF4-FFF2-40B4-BE49-F238E27FC236}">
                <a16:creationId xmlns:a16="http://schemas.microsoft.com/office/drawing/2014/main" id="{D3A3DF75-C745-8891-141D-7E882F9E1512}"/>
              </a:ext>
            </a:extLst>
          </p:cNvPr>
          <p:cNvSpPr/>
          <p:nvPr/>
        </p:nvSpPr>
        <p:spPr>
          <a:xfrm>
            <a:off x="3895344" y="1965960"/>
            <a:ext cx="1353312" cy="73152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pole tekstowe 8">
            <a:extLst>
              <a:ext uri="{FF2B5EF4-FFF2-40B4-BE49-F238E27FC236}">
                <a16:creationId xmlns:a16="http://schemas.microsoft.com/office/drawing/2014/main" id="{495016DC-BE3A-B510-E628-278AFA5EFCA1}"/>
              </a:ext>
            </a:extLst>
          </p:cNvPr>
          <p:cNvSpPr txBox="1"/>
          <p:nvPr/>
        </p:nvSpPr>
        <p:spPr>
          <a:xfrm>
            <a:off x="3950208" y="2083884"/>
            <a:ext cx="1243584" cy="246221"/>
          </a:xfrm>
          <a:prstGeom prst="rect">
            <a:avLst/>
          </a:prstGeom>
          <a:noFill/>
        </p:spPr>
        <p:txBody>
          <a:bodyPr vert="horz" wrap="square" lIns="0" tIns="0" rIns="0" bIns="0" rtlCol="0" anchor="ctr">
            <a:spAutoFit/>
          </a:bodyPr>
          <a:lstStyle/>
          <a:p>
            <a:pPr algn="ctr"/>
            <a:r>
              <a:rPr lang="pl-PL" sz="1600" b="1">
                <a:solidFill>
                  <a:srgbClr val="1E2A44"/>
                </a:solidFill>
                <a:latin typeface="Aptos" panose="020B0004020202020204" pitchFamily="34" charset="0"/>
              </a:rPr>
              <a:t>Collect</a:t>
            </a:r>
          </a:p>
        </p:txBody>
      </p:sp>
      <p:sp>
        <p:nvSpPr>
          <p:cNvPr id="10" name="Prostokąt: zaokrąglone rogi 9">
            <a:extLst>
              <a:ext uri="{FF2B5EF4-FFF2-40B4-BE49-F238E27FC236}">
                <a16:creationId xmlns:a16="http://schemas.microsoft.com/office/drawing/2014/main" id="{E7CC7608-587C-F951-AA4B-A572A2ADDD83}"/>
              </a:ext>
            </a:extLst>
          </p:cNvPr>
          <p:cNvSpPr/>
          <p:nvPr/>
        </p:nvSpPr>
        <p:spPr>
          <a:xfrm>
            <a:off x="5468112" y="1965960"/>
            <a:ext cx="1353312" cy="73152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pole tekstowe 10">
            <a:extLst>
              <a:ext uri="{FF2B5EF4-FFF2-40B4-BE49-F238E27FC236}">
                <a16:creationId xmlns:a16="http://schemas.microsoft.com/office/drawing/2014/main" id="{DEC34942-7BBA-652F-0D96-5EA022F8BD8C}"/>
              </a:ext>
            </a:extLst>
          </p:cNvPr>
          <p:cNvSpPr txBox="1"/>
          <p:nvPr/>
        </p:nvSpPr>
        <p:spPr>
          <a:xfrm>
            <a:off x="5522976" y="2083884"/>
            <a:ext cx="1243584" cy="246221"/>
          </a:xfrm>
          <a:prstGeom prst="rect">
            <a:avLst/>
          </a:prstGeom>
          <a:noFill/>
        </p:spPr>
        <p:txBody>
          <a:bodyPr vert="horz" wrap="square" lIns="0" tIns="0" rIns="0" bIns="0" rtlCol="0" anchor="ctr">
            <a:spAutoFit/>
          </a:bodyPr>
          <a:lstStyle/>
          <a:p>
            <a:pPr algn="ctr"/>
            <a:r>
              <a:rPr lang="pl-PL" sz="1600" b="1">
                <a:solidFill>
                  <a:srgbClr val="1E2A44"/>
                </a:solidFill>
                <a:latin typeface="Aptos" panose="020B0004020202020204" pitchFamily="34" charset="0"/>
              </a:rPr>
              <a:t>Results</a:t>
            </a:r>
          </a:p>
        </p:txBody>
      </p:sp>
      <p:sp>
        <p:nvSpPr>
          <p:cNvPr id="12" name="Prostokąt: zaokrąglone rogi 11">
            <a:extLst>
              <a:ext uri="{FF2B5EF4-FFF2-40B4-BE49-F238E27FC236}">
                <a16:creationId xmlns:a16="http://schemas.microsoft.com/office/drawing/2014/main" id="{1FF7EB42-CD07-2DBF-B25B-EE3C92979491}"/>
              </a:ext>
            </a:extLst>
          </p:cNvPr>
          <p:cNvSpPr/>
          <p:nvPr/>
        </p:nvSpPr>
        <p:spPr>
          <a:xfrm>
            <a:off x="7498080" y="2971800"/>
            <a:ext cx="3429000" cy="2423160"/>
          </a:xfrm>
          <a:prstGeom prst="roundRect">
            <a:avLst/>
          </a:prstGeom>
          <a:solidFill>
            <a:srgbClr val="FFFFFF"/>
          </a:solidFill>
          <a:ln w="12700">
            <a:solidFill>
              <a:srgbClr val="D8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ole tekstowe 12">
            <a:extLst>
              <a:ext uri="{FF2B5EF4-FFF2-40B4-BE49-F238E27FC236}">
                <a16:creationId xmlns:a16="http://schemas.microsoft.com/office/drawing/2014/main" id="{6D4E603A-5236-F927-C23A-2A681F7F735E}"/>
              </a:ext>
            </a:extLst>
          </p:cNvPr>
          <p:cNvSpPr txBox="1"/>
          <p:nvPr/>
        </p:nvSpPr>
        <p:spPr>
          <a:xfrm>
            <a:off x="7635240" y="3653306"/>
            <a:ext cx="3154680" cy="307777"/>
          </a:xfrm>
          <a:prstGeom prst="rect">
            <a:avLst/>
          </a:prstGeom>
          <a:noFill/>
        </p:spPr>
        <p:txBody>
          <a:bodyPr vert="horz" wrap="square" lIns="0" tIns="0" rIns="0" bIns="0" rtlCol="0" anchor="ctr">
            <a:spAutoFit/>
          </a:bodyPr>
          <a:lstStyle/>
          <a:p>
            <a:pPr algn="ctr"/>
            <a:r>
              <a:rPr lang="pl-PL" sz="2000" b="1">
                <a:solidFill>
                  <a:srgbClr val="65748B"/>
                </a:solidFill>
                <a:latin typeface="Aptos" panose="020B0004020202020204" pitchFamily="34" charset="0"/>
              </a:rPr>
              <a:t>Add link and QR</a:t>
            </a:r>
          </a:p>
        </p:txBody>
      </p:sp>
    </p:spTree>
    <p:extLst>
      <p:ext uri="{BB962C8B-B14F-4D97-AF65-F5344CB8AC3E}">
        <p14:creationId xmlns:p14="http://schemas.microsoft.com/office/powerpoint/2010/main" val="79973216"/>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736</Words>
  <Application>Microsoft Office PowerPoint</Application>
  <PresentationFormat>Niestandardowy</PresentationFormat>
  <Paragraphs>66</Paragraphs>
  <Slides>10</Slides>
  <Notes>10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10</vt:i4>
      </vt:variant>
    </vt:vector>
  </HeadingPairs>
  <TitlesOfParts>
    <vt:vector size="14" baseType="lpstr">
      <vt:lpstr>Aptos</vt:lpstr>
      <vt:lpstr>Aptos Display</vt:lpstr>
      <vt:lpstr>Arial</vt:lpstr>
      <vt:lpstr>Motyw pakietu Office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Piotr K</dc:creator>
  <cp:lastModifiedBy>Piotr K</cp:lastModifiedBy>
  <cp:revision>1</cp:revision>
  <dcterms:created xsi:type="dcterms:W3CDTF">2026-10-20T10:29:16Z</dcterms:created>
  <dcterms:modified xsi:type="dcterms:W3CDTF">2026-10-20T10:29:16Z</dcterms:modified>
</cp:coreProperties>
</file>